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57" r:id="rId4"/>
    <p:sldId id="426" r:id="rId5"/>
    <p:sldId id="593" r:id="rId6"/>
  </p:sldIdLst>
  <p:sldSz cx="12192000" cy="6858000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92025"/>
    <a:srgbClr val="0C7D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>
        <p:scale>
          <a:sx n="100" d="100"/>
          <a:sy n="100" d="100"/>
        </p:scale>
        <p:origin x="-954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10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E7EE7-083B-4706-94CC-EB4926C746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CCE682-EFE5-4C01-B887-BE80398E48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7563BF-3450-4F80-BCE2-86713956B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1067C-8BE0-47BA-A626-995E78D195DB}" type="datetimeFigureOut">
              <a:rPr lang="id-ID" smtClean="0"/>
              <a:t>21/08/2024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CE242-9CA6-4F94-825C-E46B2CAA3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EB3482-3CAA-4CC1-8F8E-0A33A9B13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410A5-24FA-4B65-8079-81DECFDD9DF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037741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0A01A-0EE3-4EB7-BD13-46BA92F2C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08EC8-A8A1-4447-BCB8-1662632F96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5288B1-DAA6-4B7E-9E80-DEC8F2AA3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1067C-8BE0-47BA-A626-995E78D195DB}" type="datetimeFigureOut">
              <a:rPr lang="id-ID" smtClean="0"/>
              <a:t>21/08/2024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F0E135-B752-4F8F-AA99-B7FEE7031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A74FD4-7313-40B2-AC5E-D1FEA5019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410A5-24FA-4B65-8079-81DECFDD9DF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32412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77478-72AC-4ADD-9DF2-B9A88EAB5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055D06-39B2-4C83-AD37-FBA9DC8F8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623F39-C642-4B0B-AB5F-A9EC3A68D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1067C-8BE0-47BA-A626-995E78D195DB}" type="datetimeFigureOut">
              <a:rPr lang="id-ID" smtClean="0"/>
              <a:t>21/08/2024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3B72A0-4F5F-46F2-821A-915EE9A79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E71B4-2632-476B-BD29-9B75E375B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410A5-24FA-4B65-8079-81DECFDD9DF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837492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518A6-7B6F-4144-9387-7C35F0057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8C775-CAE9-41D2-B551-26448260A2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AD7525-D1C9-434E-BA07-C88B5C0D84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0AFDEB-7524-4C98-9149-DD36E7828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1067C-8BE0-47BA-A626-995E78D195DB}" type="datetimeFigureOut">
              <a:rPr lang="id-ID" smtClean="0"/>
              <a:t>21/08/2024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39581E-9DFC-46C0-8274-BC35C4D01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14A332-4AF7-4E14-B1B1-D4FAC7198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410A5-24FA-4B65-8079-81DECFDD9DF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6202814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9A515-24B2-4BA8-BF6D-B1EF11D2A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9AC775-9627-442A-BE50-A4FC24A06A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290786-0E85-4C08-8839-FD6F50F592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49681B-D005-4612-8951-9805681BAF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33489D-B4B0-421A-B49F-56F904A651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3FDFFE-56CA-4E6D-886E-D90987C5E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1067C-8BE0-47BA-A626-995E78D195DB}" type="datetimeFigureOut">
              <a:rPr lang="id-ID" smtClean="0"/>
              <a:t>21/08/2024</a:t>
            </a:fld>
            <a:endParaRPr lang="id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FE7CD0-6FB0-4F98-A838-5729E61F7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1710CB-0061-4E4C-AB14-A85588577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410A5-24FA-4B65-8079-81DECFDD9DF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7573583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F0054-3910-4F03-A8DF-F45D663FD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725594-5416-483E-AC29-C5A2F75DF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1067C-8BE0-47BA-A626-995E78D195DB}" type="datetimeFigureOut">
              <a:rPr lang="id-ID" smtClean="0"/>
              <a:t>21/08/2024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0B3238-4C67-45E2-B3A6-B500C9195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5A16BC-EE63-4A64-AC1F-D085F66F5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410A5-24FA-4B65-8079-81DECFDD9DF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587277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9E940F-109A-422F-A46B-00444AE81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1067C-8BE0-47BA-A626-995E78D195DB}" type="datetimeFigureOut">
              <a:rPr lang="id-ID" smtClean="0"/>
              <a:t>21/08/2024</a:t>
            </a:fld>
            <a:endParaRPr lang="id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9EC883-9333-4836-82F3-98298DA7A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50F7F4-DC27-4079-A635-1E3A9AE36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410A5-24FA-4B65-8079-81DECFDD9DF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700450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5C8D2-B80A-4124-B442-B13A2D962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3B99EC-97CF-4844-8092-5C1EC26F6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222CDF-614F-472D-BB1D-AA11C407DB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F6EDC-B6A3-4CF4-A73C-98B9AD875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1067C-8BE0-47BA-A626-995E78D195DB}" type="datetimeFigureOut">
              <a:rPr lang="id-ID" smtClean="0"/>
              <a:t>21/08/2024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37DD5D-5FA8-4004-B0C9-BA9B5C6BF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DA6B5E-7E8D-45E6-9580-5EA48A1CC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410A5-24FA-4B65-8079-81DECFDD9DF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2697944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516B7-3B1B-4A6A-9E06-5238457AB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F5B4577-63FE-49F7-9197-7D073ADF2C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D5AAD8-23D6-4ECD-BD02-BA3DA0477A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94784B-FBD0-4D69-9B46-7C465AD24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1067C-8BE0-47BA-A626-995E78D195DB}" type="datetimeFigureOut">
              <a:rPr lang="id-ID" smtClean="0"/>
              <a:t>21/08/2024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5EAB47-7948-42C3-9523-324C3E21F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5A0D82-128F-48F6-909E-51CEF8080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410A5-24FA-4B65-8079-81DECFDD9DF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7948004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DB69B-2711-4B9E-A1D9-B2DB3CE05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92888C-D7C8-4EA4-A6ED-879C20DCF6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4DC896-4289-4F6F-A3CB-9DA22AE9E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1067C-8BE0-47BA-A626-995E78D195DB}" type="datetimeFigureOut">
              <a:rPr lang="id-ID" smtClean="0"/>
              <a:t>21/08/2024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3A951D-1468-455F-8091-A64064521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3827CE-1355-4D6E-9925-163F95F86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410A5-24FA-4B65-8079-81DECFDD9DF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376592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EFFC1D-0B99-453D-9E84-03BCEF8584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F47946-9D72-4B7D-A8DD-F3706010AC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0FA9B-A0FD-40AF-A6B7-18340564F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1067C-8BE0-47BA-A626-995E78D195DB}" type="datetimeFigureOut">
              <a:rPr lang="id-ID" smtClean="0"/>
              <a:t>21/08/2024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34F8D6-1E3B-47D5-9585-D67D57032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AF9232-2F33-4AD7-B48B-A14EA55D6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410A5-24FA-4B65-8079-81DECFDD9DF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0189442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ctr">
            <a:normAutofit/>
          </a:bodyPr>
          <a:lstStyle>
            <a:lvl1pPr algn="ctr">
              <a:defRPr sz="3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ECB15-F748-C140-A5C3-CF0090C943B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901372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0"/>
          </p:nvPr>
        </p:nvSpPr>
        <p:spPr>
          <a:xfrm>
            <a:off x="3590552" y="1533312"/>
            <a:ext cx="3415366" cy="3415365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2705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with Footer &amp;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 Diagonal Corner Rectangle 10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ound Diagonal Corner Rectangle 26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31256" y="173194"/>
            <a:ext cx="431790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</p:spTree>
    <p:extLst>
      <p:ext uri="{BB962C8B-B14F-4D97-AF65-F5344CB8AC3E}">
        <p14:creationId xmlns:p14="http://schemas.microsoft.com/office/powerpoint/2010/main" val="36957851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ull Image without Header &amp;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1999" cy="687536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69817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ull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9023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Welcome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 Diagonal Corner Rectangle 12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 Diagonal Corner Rectangle 13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30279" y="173194"/>
            <a:ext cx="42104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2" name="Picture Placeholder 2"/>
          <p:cNvSpPr>
            <a:spLocks noGrp="1"/>
          </p:cNvSpPr>
          <p:nvPr userDrawn="1">
            <p:ph type="pic" sz="quarter" idx="11"/>
          </p:nvPr>
        </p:nvSpPr>
        <p:spPr>
          <a:xfrm>
            <a:off x="4222378" y="2191870"/>
            <a:ext cx="1873624" cy="1882589"/>
          </a:xfrm>
          <a:prstGeom prst="teardrop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26711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esentation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0" y="2675780"/>
            <a:ext cx="12191999" cy="239357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6371" y="173194"/>
            <a:ext cx="428860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</p:spTree>
    <p:extLst>
      <p:ext uri="{BB962C8B-B14F-4D97-AF65-F5344CB8AC3E}">
        <p14:creationId xmlns:p14="http://schemas.microsoft.com/office/powerpoint/2010/main" val="236550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 with Sma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2243667" y="0"/>
            <a:ext cx="3852333" cy="68580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6371" y="173194"/>
            <a:ext cx="428860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</p:spTree>
    <p:extLst>
      <p:ext uri="{BB962C8B-B14F-4D97-AF65-F5344CB8AC3E}">
        <p14:creationId xmlns:p14="http://schemas.microsoft.com/office/powerpoint/2010/main" val="821162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0" y="4181707"/>
            <a:ext cx="12191999" cy="191801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</p:spTree>
    <p:extLst>
      <p:ext uri="{BB962C8B-B14F-4D97-AF65-F5344CB8AC3E}">
        <p14:creationId xmlns:p14="http://schemas.microsoft.com/office/powerpoint/2010/main" val="6602462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mpny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0"/>
          </p:nvPr>
        </p:nvSpPr>
        <p:spPr>
          <a:xfrm>
            <a:off x="4315311" y="2476758"/>
            <a:ext cx="1747161" cy="1747159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Picture Placeholder 3"/>
          <p:cNvSpPr>
            <a:spLocks noGrp="1"/>
          </p:cNvSpPr>
          <p:nvPr>
            <p:ph type="pic" sz="quarter" idx="11"/>
          </p:nvPr>
        </p:nvSpPr>
        <p:spPr>
          <a:xfrm>
            <a:off x="2935223" y="1850722"/>
            <a:ext cx="1042418" cy="1042416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5869789" y="4370832"/>
            <a:ext cx="1078994" cy="1078992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4557991" y="5402363"/>
            <a:ext cx="873546" cy="873544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12" name="Picture Placeholder 3"/>
          <p:cNvSpPr>
            <a:spLocks noGrp="1"/>
          </p:cNvSpPr>
          <p:nvPr>
            <p:ph type="pic" sz="quarter" idx="14"/>
          </p:nvPr>
        </p:nvSpPr>
        <p:spPr>
          <a:xfrm>
            <a:off x="210312" y="3360749"/>
            <a:ext cx="3255272" cy="3255264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Round Diagonal Corner Rectangle 6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 Diagonal Corner Rectangle 7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11618556" y="173194"/>
            <a:ext cx="444490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14" name="Group 13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15" name="Chevron 14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Chevron 15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17" name="Straight Connector 16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 Placeholder 42"/>
          <p:cNvSpPr>
            <a:spLocks noGrp="1"/>
          </p:cNvSpPr>
          <p:nvPr>
            <p:ph type="body" sz="quarter" idx="15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</p:spTree>
    <p:extLst>
      <p:ext uri="{BB962C8B-B14F-4D97-AF65-F5344CB8AC3E}">
        <p14:creationId xmlns:p14="http://schemas.microsoft.com/office/powerpoint/2010/main" val="1941461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3520441" y="3831336"/>
            <a:ext cx="2185416" cy="149047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34187" y="173194"/>
            <a:ext cx="413228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6190489" y="3831336"/>
            <a:ext cx="2185416" cy="149047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8897113" y="3831336"/>
            <a:ext cx="2185416" cy="149047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44208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ull Image with Header &amp;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0" y="572946"/>
            <a:ext cx="12191999" cy="5793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6371" y="173194"/>
            <a:ext cx="428860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</p:spTree>
    <p:extLst>
      <p:ext uri="{BB962C8B-B14F-4D97-AF65-F5344CB8AC3E}">
        <p14:creationId xmlns:p14="http://schemas.microsoft.com/office/powerpoint/2010/main" val="234234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ur Servi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0" y="2377440"/>
            <a:ext cx="12191999" cy="230631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14648" y="173194"/>
            <a:ext cx="452306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8544262" y="437979"/>
            <a:ext cx="2998268" cy="424578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2661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ur Servic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6371" y="173194"/>
            <a:ext cx="428860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1082040" y="1920240"/>
            <a:ext cx="2971800" cy="2971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599940" y="1920240"/>
            <a:ext cx="2971800" cy="2971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8117840" y="1920240"/>
            <a:ext cx="2971800" cy="2971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89496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ur Service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934122" y="645458"/>
            <a:ext cx="2971800" cy="388619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741136" y="3249227"/>
            <a:ext cx="2851616" cy="12824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8436844" y="3249227"/>
            <a:ext cx="2851616" cy="12824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9490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ur Services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6371" y="173194"/>
            <a:ext cx="428860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6634549" y="3870664"/>
            <a:ext cx="1728216" cy="1728216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8578759" y="3870664"/>
            <a:ext cx="1728216" cy="1728216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86839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6371" y="173194"/>
            <a:ext cx="428860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1016149" y="1991768"/>
            <a:ext cx="2499615" cy="21275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3569226" y="1991768"/>
            <a:ext cx="2499615" cy="21275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122303" y="1991768"/>
            <a:ext cx="2499615" cy="21275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1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8675380" y="1991768"/>
            <a:ext cx="2499615" cy="21275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96115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6371" y="173194"/>
            <a:ext cx="428860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724277" y="1439501"/>
            <a:ext cx="3223034" cy="541849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4853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eam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5114196" y="1963246"/>
            <a:ext cx="1965960" cy="196596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3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3321187" y="1958726"/>
            <a:ext cx="1835640" cy="1983582"/>
          </a:xfrm>
          <a:custGeom>
            <a:avLst/>
            <a:gdLst>
              <a:gd name="connsiteX0" fmla="*/ 0 w 1965960"/>
              <a:gd name="connsiteY0" fmla="*/ 982980 h 1965960"/>
              <a:gd name="connsiteX1" fmla="*/ 982980 w 1965960"/>
              <a:gd name="connsiteY1" fmla="*/ 0 h 1965960"/>
              <a:gd name="connsiteX2" fmla="*/ 1965960 w 1965960"/>
              <a:gd name="connsiteY2" fmla="*/ 982980 h 1965960"/>
              <a:gd name="connsiteX3" fmla="*/ 982980 w 1965960"/>
              <a:gd name="connsiteY3" fmla="*/ 1965960 h 1965960"/>
              <a:gd name="connsiteX4" fmla="*/ 0 w 1965960"/>
              <a:gd name="connsiteY4" fmla="*/ 982980 h 1965960"/>
              <a:gd name="connsiteX0" fmla="*/ 0 w 2042556"/>
              <a:gd name="connsiteY0" fmla="*/ 982980 h 1967129"/>
              <a:gd name="connsiteX1" fmla="*/ 982980 w 2042556"/>
              <a:gd name="connsiteY1" fmla="*/ 0 h 1967129"/>
              <a:gd name="connsiteX2" fmla="*/ 1965960 w 2042556"/>
              <a:gd name="connsiteY2" fmla="*/ 982980 h 1967129"/>
              <a:gd name="connsiteX3" fmla="*/ 1847919 w 2042556"/>
              <a:gd name="connsiteY3" fmla="*/ 1178306 h 1967129"/>
              <a:gd name="connsiteX4" fmla="*/ 982980 w 2042556"/>
              <a:gd name="connsiteY4" fmla="*/ 1965960 h 1967129"/>
              <a:gd name="connsiteX5" fmla="*/ 0 w 2042556"/>
              <a:gd name="connsiteY5" fmla="*/ 982980 h 1967129"/>
              <a:gd name="connsiteX0" fmla="*/ 0 w 2039291"/>
              <a:gd name="connsiteY0" fmla="*/ 982980 h 1981733"/>
              <a:gd name="connsiteX1" fmla="*/ 982980 w 2039291"/>
              <a:gd name="connsiteY1" fmla="*/ 0 h 1981733"/>
              <a:gd name="connsiteX2" fmla="*/ 1965960 w 2039291"/>
              <a:gd name="connsiteY2" fmla="*/ 982980 h 1981733"/>
              <a:gd name="connsiteX3" fmla="*/ 1835219 w 2039291"/>
              <a:gd name="connsiteY3" fmla="*/ 1546606 h 1981733"/>
              <a:gd name="connsiteX4" fmla="*/ 982980 w 2039291"/>
              <a:gd name="connsiteY4" fmla="*/ 1965960 h 1981733"/>
              <a:gd name="connsiteX5" fmla="*/ 0 w 2039291"/>
              <a:gd name="connsiteY5" fmla="*/ 982980 h 1981733"/>
              <a:gd name="connsiteX0" fmla="*/ 0 w 2036992"/>
              <a:gd name="connsiteY0" fmla="*/ 982980 h 1981474"/>
              <a:gd name="connsiteX1" fmla="*/ 982980 w 2036992"/>
              <a:gd name="connsiteY1" fmla="*/ 0 h 1981474"/>
              <a:gd name="connsiteX2" fmla="*/ 1965960 w 2036992"/>
              <a:gd name="connsiteY2" fmla="*/ 982980 h 1981474"/>
              <a:gd name="connsiteX3" fmla="*/ 1825694 w 2036992"/>
              <a:gd name="connsiteY3" fmla="*/ 1543431 h 1981474"/>
              <a:gd name="connsiteX4" fmla="*/ 982980 w 2036992"/>
              <a:gd name="connsiteY4" fmla="*/ 1965960 h 1981474"/>
              <a:gd name="connsiteX5" fmla="*/ 0 w 2036992"/>
              <a:gd name="connsiteY5" fmla="*/ 982980 h 1981474"/>
              <a:gd name="connsiteX0" fmla="*/ 0 w 1947133"/>
              <a:gd name="connsiteY0" fmla="*/ 998052 h 1996546"/>
              <a:gd name="connsiteX1" fmla="*/ 982980 w 1947133"/>
              <a:gd name="connsiteY1" fmla="*/ 15072 h 1996546"/>
              <a:gd name="connsiteX2" fmla="*/ 1826260 w 1947133"/>
              <a:gd name="connsiteY2" fmla="*/ 458302 h 1996546"/>
              <a:gd name="connsiteX3" fmla="*/ 1825694 w 1947133"/>
              <a:gd name="connsiteY3" fmla="*/ 1558503 h 1996546"/>
              <a:gd name="connsiteX4" fmla="*/ 982980 w 1947133"/>
              <a:gd name="connsiteY4" fmla="*/ 1981032 h 1996546"/>
              <a:gd name="connsiteX5" fmla="*/ 0 w 1947133"/>
              <a:gd name="connsiteY5" fmla="*/ 998052 h 1996546"/>
              <a:gd name="connsiteX0" fmla="*/ 0 w 1880242"/>
              <a:gd name="connsiteY0" fmla="*/ 998052 h 1996546"/>
              <a:gd name="connsiteX1" fmla="*/ 982980 w 1880242"/>
              <a:gd name="connsiteY1" fmla="*/ 15072 h 1996546"/>
              <a:gd name="connsiteX2" fmla="*/ 1826260 w 1880242"/>
              <a:gd name="connsiteY2" fmla="*/ 458302 h 1996546"/>
              <a:gd name="connsiteX3" fmla="*/ 1825694 w 1880242"/>
              <a:gd name="connsiteY3" fmla="*/ 1558503 h 1996546"/>
              <a:gd name="connsiteX4" fmla="*/ 982980 w 1880242"/>
              <a:gd name="connsiteY4" fmla="*/ 1981032 h 1996546"/>
              <a:gd name="connsiteX5" fmla="*/ 0 w 1880242"/>
              <a:gd name="connsiteY5" fmla="*/ 998052 h 1996546"/>
              <a:gd name="connsiteX0" fmla="*/ 0 w 1826260"/>
              <a:gd name="connsiteY0" fmla="*/ 998052 h 1996546"/>
              <a:gd name="connsiteX1" fmla="*/ 982980 w 1826260"/>
              <a:gd name="connsiteY1" fmla="*/ 15072 h 1996546"/>
              <a:gd name="connsiteX2" fmla="*/ 1826260 w 1826260"/>
              <a:gd name="connsiteY2" fmla="*/ 458302 h 1996546"/>
              <a:gd name="connsiteX3" fmla="*/ 1825694 w 1826260"/>
              <a:gd name="connsiteY3" fmla="*/ 1558503 h 1996546"/>
              <a:gd name="connsiteX4" fmla="*/ 982980 w 1826260"/>
              <a:gd name="connsiteY4" fmla="*/ 1981032 h 1996546"/>
              <a:gd name="connsiteX5" fmla="*/ 0 w 1826260"/>
              <a:gd name="connsiteY5" fmla="*/ 998052 h 1996546"/>
              <a:gd name="connsiteX0" fmla="*/ 0 w 1826260"/>
              <a:gd name="connsiteY0" fmla="*/ 998052 h 1996546"/>
              <a:gd name="connsiteX1" fmla="*/ 982980 w 1826260"/>
              <a:gd name="connsiteY1" fmla="*/ 15072 h 1996546"/>
              <a:gd name="connsiteX2" fmla="*/ 1826260 w 1826260"/>
              <a:gd name="connsiteY2" fmla="*/ 458302 h 1996546"/>
              <a:gd name="connsiteX3" fmla="*/ 1825694 w 1826260"/>
              <a:gd name="connsiteY3" fmla="*/ 1558503 h 1996546"/>
              <a:gd name="connsiteX4" fmla="*/ 982980 w 1826260"/>
              <a:gd name="connsiteY4" fmla="*/ 1981032 h 1996546"/>
              <a:gd name="connsiteX5" fmla="*/ 0 w 1826260"/>
              <a:gd name="connsiteY5" fmla="*/ 998052 h 1996546"/>
              <a:gd name="connsiteX0" fmla="*/ 1389 w 1827649"/>
              <a:gd name="connsiteY0" fmla="*/ 979731 h 1978225"/>
              <a:gd name="connsiteX1" fmla="*/ 793869 w 1827649"/>
              <a:gd name="connsiteY1" fmla="*/ 15801 h 1978225"/>
              <a:gd name="connsiteX2" fmla="*/ 1827649 w 1827649"/>
              <a:gd name="connsiteY2" fmla="*/ 439981 h 1978225"/>
              <a:gd name="connsiteX3" fmla="*/ 1827083 w 1827649"/>
              <a:gd name="connsiteY3" fmla="*/ 1540182 h 1978225"/>
              <a:gd name="connsiteX4" fmla="*/ 984369 w 1827649"/>
              <a:gd name="connsiteY4" fmla="*/ 1962711 h 1978225"/>
              <a:gd name="connsiteX5" fmla="*/ 1389 w 1827649"/>
              <a:gd name="connsiteY5" fmla="*/ 979731 h 1978225"/>
              <a:gd name="connsiteX0" fmla="*/ 2466 w 1828726"/>
              <a:gd name="connsiteY0" fmla="*/ 986255 h 1984749"/>
              <a:gd name="connsiteX1" fmla="*/ 794946 w 1828726"/>
              <a:gd name="connsiteY1" fmla="*/ 22325 h 1984749"/>
              <a:gd name="connsiteX2" fmla="*/ 1828726 w 1828726"/>
              <a:gd name="connsiteY2" fmla="*/ 446505 h 1984749"/>
              <a:gd name="connsiteX3" fmla="*/ 1828160 w 1828726"/>
              <a:gd name="connsiteY3" fmla="*/ 1546706 h 1984749"/>
              <a:gd name="connsiteX4" fmla="*/ 985446 w 1828726"/>
              <a:gd name="connsiteY4" fmla="*/ 1969235 h 1984749"/>
              <a:gd name="connsiteX5" fmla="*/ 2466 w 1828726"/>
              <a:gd name="connsiteY5" fmla="*/ 986255 h 1984749"/>
              <a:gd name="connsiteX0" fmla="*/ 2466 w 1828726"/>
              <a:gd name="connsiteY0" fmla="*/ 986411 h 1984905"/>
              <a:gd name="connsiteX1" fmla="*/ 794946 w 1828726"/>
              <a:gd name="connsiteY1" fmla="*/ 22481 h 1984905"/>
              <a:gd name="connsiteX2" fmla="*/ 1828726 w 1828726"/>
              <a:gd name="connsiteY2" fmla="*/ 446661 h 1984905"/>
              <a:gd name="connsiteX3" fmla="*/ 1828160 w 1828726"/>
              <a:gd name="connsiteY3" fmla="*/ 1546862 h 1984905"/>
              <a:gd name="connsiteX4" fmla="*/ 985446 w 1828726"/>
              <a:gd name="connsiteY4" fmla="*/ 1969391 h 1984905"/>
              <a:gd name="connsiteX5" fmla="*/ 2466 w 1828726"/>
              <a:gd name="connsiteY5" fmla="*/ 986411 h 1984905"/>
              <a:gd name="connsiteX0" fmla="*/ 2466 w 1828726"/>
              <a:gd name="connsiteY0" fmla="*/ 986411 h 1984905"/>
              <a:gd name="connsiteX1" fmla="*/ 794946 w 1828726"/>
              <a:gd name="connsiteY1" fmla="*/ 22481 h 1984905"/>
              <a:gd name="connsiteX2" fmla="*/ 1828726 w 1828726"/>
              <a:gd name="connsiteY2" fmla="*/ 446661 h 1984905"/>
              <a:gd name="connsiteX3" fmla="*/ 1828160 w 1828726"/>
              <a:gd name="connsiteY3" fmla="*/ 1546862 h 1984905"/>
              <a:gd name="connsiteX4" fmla="*/ 985446 w 1828726"/>
              <a:gd name="connsiteY4" fmla="*/ 1969391 h 1984905"/>
              <a:gd name="connsiteX5" fmla="*/ 2466 w 1828726"/>
              <a:gd name="connsiteY5" fmla="*/ 986411 h 1984905"/>
              <a:gd name="connsiteX0" fmla="*/ 2466 w 1828726"/>
              <a:gd name="connsiteY0" fmla="*/ 986411 h 1984905"/>
              <a:gd name="connsiteX1" fmla="*/ 794946 w 1828726"/>
              <a:gd name="connsiteY1" fmla="*/ 22481 h 1984905"/>
              <a:gd name="connsiteX2" fmla="*/ 1828726 w 1828726"/>
              <a:gd name="connsiteY2" fmla="*/ 446661 h 1984905"/>
              <a:gd name="connsiteX3" fmla="*/ 1828160 w 1828726"/>
              <a:gd name="connsiteY3" fmla="*/ 1546862 h 1984905"/>
              <a:gd name="connsiteX4" fmla="*/ 791771 w 1828726"/>
              <a:gd name="connsiteY4" fmla="*/ 1969391 h 1984905"/>
              <a:gd name="connsiteX5" fmla="*/ 2466 w 1828726"/>
              <a:gd name="connsiteY5" fmla="*/ 986411 h 1984905"/>
              <a:gd name="connsiteX0" fmla="*/ 2466 w 1828726"/>
              <a:gd name="connsiteY0" fmla="*/ 986411 h 2022885"/>
              <a:gd name="connsiteX1" fmla="*/ 794946 w 1828726"/>
              <a:gd name="connsiteY1" fmla="*/ 22481 h 2022885"/>
              <a:gd name="connsiteX2" fmla="*/ 1828726 w 1828726"/>
              <a:gd name="connsiteY2" fmla="*/ 446661 h 2022885"/>
              <a:gd name="connsiteX3" fmla="*/ 1828160 w 1828726"/>
              <a:gd name="connsiteY3" fmla="*/ 1546862 h 2022885"/>
              <a:gd name="connsiteX4" fmla="*/ 791771 w 1828726"/>
              <a:gd name="connsiteY4" fmla="*/ 1969391 h 2022885"/>
              <a:gd name="connsiteX5" fmla="*/ 2466 w 1828726"/>
              <a:gd name="connsiteY5" fmla="*/ 986411 h 2022885"/>
              <a:gd name="connsiteX0" fmla="*/ 2466 w 1828726"/>
              <a:gd name="connsiteY0" fmla="*/ 986411 h 2018099"/>
              <a:gd name="connsiteX1" fmla="*/ 794946 w 1828726"/>
              <a:gd name="connsiteY1" fmla="*/ 22481 h 2018099"/>
              <a:gd name="connsiteX2" fmla="*/ 1828726 w 1828726"/>
              <a:gd name="connsiteY2" fmla="*/ 446661 h 2018099"/>
              <a:gd name="connsiteX3" fmla="*/ 1828160 w 1828726"/>
              <a:gd name="connsiteY3" fmla="*/ 1546862 h 2018099"/>
              <a:gd name="connsiteX4" fmla="*/ 791771 w 1828726"/>
              <a:gd name="connsiteY4" fmla="*/ 1969391 h 2018099"/>
              <a:gd name="connsiteX5" fmla="*/ 2466 w 1828726"/>
              <a:gd name="connsiteY5" fmla="*/ 986411 h 2018099"/>
              <a:gd name="connsiteX0" fmla="*/ 2466 w 1828726"/>
              <a:gd name="connsiteY0" fmla="*/ 986411 h 1988683"/>
              <a:gd name="connsiteX1" fmla="*/ 794946 w 1828726"/>
              <a:gd name="connsiteY1" fmla="*/ 22481 h 1988683"/>
              <a:gd name="connsiteX2" fmla="*/ 1828726 w 1828726"/>
              <a:gd name="connsiteY2" fmla="*/ 446661 h 1988683"/>
              <a:gd name="connsiteX3" fmla="*/ 1828160 w 1828726"/>
              <a:gd name="connsiteY3" fmla="*/ 1546862 h 1988683"/>
              <a:gd name="connsiteX4" fmla="*/ 674296 w 1828726"/>
              <a:gd name="connsiteY4" fmla="*/ 1937641 h 1988683"/>
              <a:gd name="connsiteX5" fmla="*/ 2466 w 1828726"/>
              <a:gd name="connsiteY5" fmla="*/ 986411 h 1988683"/>
              <a:gd name="connsiteX0" fmla="*/ 2466 w 1828726"/>
              <a:gd name="connsiteY0" fmla="*/ 986411 h 1983165"/>
              <a:gd name="connsiteX1" fmla="*/ 794946 w 1828726"/>
              <a:gd name="connsiteY1" fmla="*/ 22481 h 1983165"/>
              <a:gd name="connsiteX2" fmla="*/ 1828726 w 1828726"/>
              <a:gd name="connsiteY2" fmla="*/ 446661 h 1983165"/>
              <a:gd name="connsiteX3" fmla="*/ 1828160 w 1828726"/>
              <a:gd name="connsiteY3" fmla="*/ 1546862 h 1983165"/>
              <a:gd name="connsiteX4" fmla="*/ 674296 w 1828726"/>
              <a:gd name="connsiteY4" fmla="*/ 1937641 h 1983165"/>
              <a:gd name="connsiteX5" fmla="*/ 2466 w 1828726"/>
              <a:gd name="connsiteY5" fmla="*/ 986411 h 1983165"/>
              <a:gd name="connsiteX0" fmla="*/ 2466 w 1828726"/>
              <a:gd name="connsiteY0" fmla="*/ 986411 h 1983165"/>
              <a:gd name="connsiteX1" fmla="*/ 794946 w 1828726"/>
              <a:gd name="connsiteY1" fmla="*/ 22481 h 1983165"/>
              <a:gd name="connsiteX2" fmla="*/ 1828726 w 1828726"/>
              <a:gd name="connsiteY2" fmla="*/ 446661 h 1983165"/>
              <a:gd name="connsiteX3" fmla="*/ 1828160 w 1828726"/>
              <a:gd name="connsiteY3" fmla="*/ 1546862 h 1983165"/>
              <a:gd name="connsiteX4" fmla="*/ 674296 w 1828726"/>
              <a:gd name="connsiteY4" fmla="*/ 1937641 h 1983165"/>
              <a:gd name="connsiteX5" fmla="*/ 2466 w 1828726"/>
              <a:gd name="connsiteY5" fmla="*/ 986411 h 1983165"/>
              <a:gd name="connsiteX0" fmla="*/ 2466 w 1828726"/>
              <a:gd name="connsiteY0" fmla="*/ 986411 h 1983165"/>
              <a:gd name="connsiteX1" fmla="*/ 794946 w 1828726"/>
              <a:gd name="connsiteY1" fmla="*/ 22481 h 1983165"/>
              <a:gd name="connsiteX2" fmla="*/ 1828726 w 1828726"/>
              <a:gd name="connsiteY2" fmla="*/ 446661 h 1983165"/>
              <a:gd name="connsiteX3" fmla="*/ 1828160 w 1828726"/>
              <a:gd name="connsiteY3" fmla="*/ 1546862 h 1983165"/>
              <a:gd name="connsiteX4" fmla="*/ 674296 w 1828726"/>
              <a:gd name="connsiteY4" fmla="*/ 1937641 h 1983165"/>
              <a:gd name="connsiteX5" fmla="*/ 2466 w 1828726"/>
              <a:gd name="connsiteY5" fmla="*/ 986411 h 1983165"/>
              <a:gd name="connsiteX0" fmla="*/ 450 w 1826710"/>
              <a:gd name="connsiteY0" fmla="*/ 986411 h 1983165"/>
              <a:gd name="connsiteX1" fmla="*/ 792930 w 1826710"/>
              <a:gd name="connsiteY1" fmla="*/ 22481 h 1983165"/>
              <a:gd name="connsiteX2" fmla="*/ 1826710 w 1826710"/>
              <a:gd name="connsiteY2" fmla="*/ 446661 h 1983165"/>
              <a:gd name="connsiteX3" fmla="*/ 1826144 w 1826710"/>
              <a:gd name="connsiteY3" fmla="*/ 1546862 h 1983165"/>
              <a:gd name="connsiteX4" fmla="*/ 672280 w 1826710"/>
              <a:gd name="connsiteY4" fmla="*/ 1937641 h 1983165"/>
              <a:gd name="connsiteX5" fmla="*/ 450 w 1826710"/>
              <a:gd name="connsiteY5" fmla="*/ 986411 h 1983165"/>
              <a:gd name="connsiteX0" fmla="*/ 450 w 1826710"/>
              <a:gd name="connsiteY0" fmla="*/ 986411 h 1983165"/>
              <a:gd name="connsiteX1" fmla="*/ 792930 w 1826710"/>
              <a:gd name="connsiteY1" fmla="*/ 22481 h 1983165"/>
              <a:gd name="connsiteX2" fmla="*/ 1826710 w 1826710"/>
              <a:gd name="connsiteY2" fmla="*/ 446661 h 1983165"/>
              <a:gd name="connsiteX3" fmla="*/ 1826144 w 1826710"/>
              <a:gd name="connsiteY3" fmla="*/ 1546862 h 1983165"/>
              <a:gd name="connsiteX4" fmla="*/ 672280 w 1826710"/>
              <a:gd name="connsiteY4" fmla="*/ 1937641 h 1983165"/>
              <a:gd name="connsiteX5" fmla="*/ 450 w 1826710"/>
              <a:gd name="connsiteY5" fmla="*/ 986411 h 1983165"/>
              <a:gd name="connsiteX0" fmla="*/ 450 w 1835669"/>
              <a:gd name="connsiteY0" fmla="*/ 986411 h 1982493"/>
              <a:gd name="connsiteX1" fmla="*/ 792930 w 1835669"/>
              <a:gd name="connsiteY1" fmla="*/ 22481 h 1982493"/>
              <a:gd name="connsiteX2" fmla="*/ 1826710 w 1835669"/>
              <a:gd name="connsiteY2" fmla="*/ 446661 h 1982493"/>
              <a:gd name="connsiteX3" fmla="*/ 1835669 w 1835669"/>
              <a:gd name="connsiteY3" fmla="*/ 1537337 h 1982493"/>
              <a:gd name="connsiteX4" fmla="*/ 672280 w 1835669"/>
              <a:gd name="connsiteY4" fmla="*/ 1937641 h 1982493"/>
              <a:gd name="connsiteX5" fmla="*/ 450 w 1835669"/>
              <a:gd name="connsiteY5" fmla="*/ 986411 h 1982493"/>
              <a:gd name="connsiteX0" fmla="*/ 450 w 1835669"/>
              <a:gd name="connsiteY0" fmla="*/ 986411 h 1982493"/>
              <a:gd name="connsiteX1" fmla="*/ 792930 w 1835669"/>
              <a:gd name="connsiteY1" fmla="*/ 22481 h 1982493"/>
              <a:gd name="connsiteX2" fmla="*/ 1826710 w 1835669"/>
              <a:gd name="connsiteY2" fmla="*/ 446661 h 1982493"/>
              <a:gd name="connsiteX3" fmla="*/ 1835669 w 1835669"/>
              <a:gd name="connsiteY3" fmla="*/ 1537337 h 1982493"/>
              <a:gd name="connsiteX4" fmla="*/ 672280 w 1835669"/>
              <a:gd name="connsiteY4" fmla="*/ 1937641 h 1982493"/>
              <a:gd name="connsiteX5" fmla="*/ 450 w 1835669"/>
              <a:gd name="connsiteY5" fmla="*/ 986411 h 1982493"/>
              <a:gd name="connsiteX0" fmla="*/ 454 w 1835673"/>
              <a:gd name="connsiteY0" fmla="*/ 989422 h 1985504"/>
              <a:gd name="connsiteX1" fmla="*/ 789759 w 1835673"/>
              <a:gd name="connsiteY1" fmla="*/ 22317 h 1985504"/>
              <a:gd name="connsiteX2" fmla="*/ 1826714 w 1835673"/>
              <a:gd name="connsiteY2" fmla="*/ 449672 h 1985504"/>
              <a:gd name="connsiteX3" fmla="*/ 1835673 w 1835673"/>
              <a:gd name="connsiteY3" fmla="*/ 1540348 h 1985504"/>
              <a:gd name="connsiteX4" fmla="*/ 672284 w 1835673"/>
              <a:gd name="connsiteY4" fmla="*/ 1940652 h 1985504"/>
              <a:gd name="connsiteX5" fmla="*/ 454 w 1835673"/>
              <a:gd name="connsiteY5" fmla="*/ 989422 h 1985504"/>
              <a:gd name="connsiteX0" fmla="*/ 421 w 1835640"/>
              <a:gd name="connsiteY0" fmla="*/ 987500 h 1983582"/>
              <a:gd name="connsiteX1" fmla="*/ 789726 w 1835640"/>
              <a:gd name="connsiteY1" fmla="*/ 20395 h 1983582"/>
              <a:gd name="connsiteX2" fmla="*/ 1826681 w 1835640"/>
              <a:gd name="connsiteY2" fmla="*/ 447750 h 1983582"/>
              <a:gd name="connsiteX3" fmla="*/ 1835640 w 1835640"/>
              <a:gd name="connsiteY3" fmla="*/ 1538426 h 1983582"/>
              <a:gd name="connsiteX4" fmla="*/ 672251 w 1835640"/>
              <a:gd name="connsiteY4" fmla="*/ 1938730 h 1983582"/>
              <a:gd name="connsiteX5" fmla="*/ 421 w 1835640"/>
              <a:gd name="connsiteY5" fmla="*/ 987500 h 1983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35640" h="1983582">
                <a:moveTo>
                  <a:pt x="421" y="987500"/>
                </a:moveTo>
                <a:cubicBezTo>
                  <a:pt x="-12279" y="618565"/>
                  <a:pt x="263099" y="126228"/>
                  <a:pt x="789726" y="20395"/>
                </a:cubicBezTo>
                <a:cubicBezTo>
                  <a:pt x="1316353" y="-85438"/>
                  <a:pt x="1702361" y="245173"/>
                  <a:pt x="1826681" y="447750"/>
                </a:cubicBezTo>
                <a:cubicBezTo>
                  <a:pt x="1636676" y="828127"/>
                  <a:pt x="1653395" y="1219021"/>
                  <a:pt x="1835640" y="1538426"/>
                </a:cubicBezTo>
                <a:cubicBezTo>
                  <a:pt x="1773410" y="1635581"/>
                  <a:pt x="1373408" y="2133738"/>
                  <a:pt x="672251" y="1938730"/>
                </a:cubicBezTo>
                <a:cubicBezTo>
                  <a:pt x="345744" y="1813572"/>
                  <a:pt x="22646" y="1531060"/>
                  <a:pt x="421" y="987500"/>
                </a:cubicBezTo>
                <a:close/>
              </a:path>
            </a:pathLst>
          </a:cu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5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1538769" y="1958726"/>
            <a:ext cx="1835640" cy="1983582"/>
          </a:xfrm>
          <a:custGeom>
            <a:avLst/>
            <a:gdLst>
              <a:gd name="connsiteX0" fmla="*/ 0 w 1965960"/>
              <a:gd name="connsiteY0" fmla="*/ 982980 h 1965960"/>
              <a:gd name="connsiteX1" fmla="*/ 982980 w 1965960"/>
              <a:gd name="connsiteY1" fmla="*/ 0 h 1965960"/>
              <a:gd name="connsiteX2" fmla="*/ 1965960 w 1965960"/>
              <a:gd name="connsiteY2" fmla="*/ 982980 h 1965960"/>
              <a:gd name="connsiteX3" fmla="*/ 982980 w 1965960"/>
              <a:gd name="connsiteY3" fmla="*/ 1965960 h 1965960"/>
              <a:gd name="connsiteX4" fmla="*/ 0 w 1965960"/>
              <a:gd name="connsiteY4" fmla="*/ 982980 h 1965960"/>
              <a:gd name="connsiteX0" fmla="*/ 0 w 2042556"/>
              <a:gd name="connsiteY0" fmla="*/ 982980 h 1967129"/>
              <a:gd name="connsiteX1" fmla="*/ 982980 w 2042556"/>
              <a:gd name="connsiteY1" fmla="*/ 0 h 1967129"/>
              <a:gd name="connsiteX2" fmla="*/ 1965960 w 2042556"/>
              <a:gd name="connsiteY2" fmla="*/ 982980 h 1967129"/>
              <a:gd name="connsiteX3" fmla="*/ 1847919 w 2042556"/>
              <a:gd name="connsiteY3" fmla="*/ 1178306 h 1967129"/>
              <a:gd name="connsiteX4" fmla="*/ 982980 w 2042556"/>
              <a:gd name="connsiteY4" fmla="*/ 1965960 h 1967129"/>
              <a:gd name="connsiteX5" fmla="*/ 0 w 2042556"/>
              <a:gd name="connsiteY5" fmla="*/ 982980 h 1967129"/>
              <a:gd name="connsiteX0" fmla="*/ 0 w 2039291"/>
              <a:gd name="connsiteY0" fmla="*/ 982980 h 1981733"/>
              <a:gd name="connsiteX1" fmla="*/ 982980 w 2039291"/>
              <a:gd name="connsiteY1" fmla="*/ 0 h 1981733"/>
              <a:gd name="connsiteX2" fmla="*/ 1965960 w 2039291"/>
              <a:gd name="connsiteY2" fmla="*/ 982980 h 1981733"/>
              <a:gd name="connsiteX3" fmla="*/ 1835219 w 2039291"/>
              <a:gd name="connsiteY3" fmla="*/ 1546606 h 1981733"/>
              <a:gd name="connsiteX4" fmla="*/ 982980 w 2039291"/>
              <a:gd name="connsiteY4" fmla="*/ 1965960 h 1981733"/>
              <a:gd name="connsiteX5" fmla="*/ 0 w 2039291"/>
              <a:gd name="connsiteY5" fmla="*/ 982980 h 1981733"/>
              <a:gd name="connsiteX0" fmla="*/ 0 w 2036992"/>
              <a:gd name="connsiteY0" fmla="*/ 982980 h 1981474"/>
              <a:gd name="connsiteX1" fmla="*/ 982980 w 2036992"/>
              <a:gd name="connsiteY1" fmla="*/ 0 h 1981474"/>
              <a:gd name="connsiteX2" fmla="*/ 1965960 w 2036992"/>
              <a:gd name="connsiteY2" fmla="*/ 982980 h 1981474"/>
              <a:gd name="connsiteX3" fmla="*/ 1825694 w 2036992"/>
              <a:gd name="connsiteY3" fmla="*/ 1543431 h 1981474"/>
              <a:gd name="connsiteX4" fmla="*/ 982980 w 2036992"/>
              <a:gd name="connsiteY4" fmla="*/ 1965960 h 1981474"/>
              <a:gd name="connsiteX5" fmla="*/ 0 w 2036992"/>
              <a:gd name="connsiteY5" fmla="*/ 982980 h 1981474"/>
              <a:gd name="connsiteX0" fmla="*/ 0 w 1947133"/>
              <a:gd name="connsiteY0" fmla="*/ 998052 h 1996546"/>
              <a:gd name="connsiteX1" fmla="*/ 982980 w 1947133"/>
              <a:gd name="connsiteY1" fmla="*/ 15072 h 1996546"/>
              <a:gd name="connsiteX2" fmla="*/ 1826260 w 1947133"/>
              <a:gd name="connsiteY2" fmla="*/ 458302 h 1996546"/>
              <a:gd name="connsiteX3" fmla="*/ 1825694 w 1947133"/>
              <a:gd name="connsiteY3" fmla="*/ 1558503 h 1996546"/>
              <a:gd name="connsiteX4" fmla="*/ 982980 w 1947133"/>
              <a:gd name="connsiteY4" fmla="*/ 1981032 h 1996546"/>
              <a:gd name="connsiteX5" fmla="*/ 0 w 1947133"/>
              <a:gd name="connsiteY5" fmla="*/ 998052 h 1996546"/>
              <a:gd name="connsiteX0" fmla="*/ 0 w 1880242"/>
              <a:gd name="connsiteY0" fmla="*/ 998052 h 1996546"/>
              <a:gd name="connsiteX1" fmla="*/ 982980 w 1880242"/>
              <a:gd name="connsiteY1" fmla="*/ 15072 h 1996546"/>
              <a:gd name="connsiteX2" fmla="*/ 1826260 w 1880242"/>
              <a:gd name="connsiteY2" fmla="*/ 458302 h 1996546"/>
              <a:gd name="connsiteX3" fmla="*/ 1825694 w 1880242"/>
              <a:gd name="connsiteY3" fmla="*/ 1558503 h 1996546"/>
              <a:gd name="connsiteX4" fmla="*/ 982980 w 1880242"/>
              <a:gd name="connsiteY4" fmla="*/ 1981032 h 1996546"/>
              <a:gd name="connsiteX5" fmla="*/ 0 w 1880242"/>
              <a:gd name="connsiteY5" fmla="*/ 998052 h 1996546"/>
              <a:gd name="connsiteX0" fmla="*/ 0 w 1826260"/>
              <a:gd name="connsiteY0" fmla="*/ 998052 h 1996546"/>
              <a:gd name="connsiteX1" fmla="*/ 982980 w 1826260"/>
              <a:gd name="connsiteY1" fmla="*/ 15072 h 1996546"/>
              <a:gd name="connsiteX2" fmla="*/ 1826260 w 1826260"/>
              <a:gd name="connsiteY2" fmla="*/ 458302 h 1996546"/>
              <a:gd name="connsiteX3" fmla="*/ 1825694 w 1826260"/>
              <a:gd name="connsiteY3" fmla="*/ 1558503 h 1996546"/>
              <a:gd name="connsiteX4" fmla="*/ 982980 w 1826260"/>
              <a:gd name="connsiteY4" fmla="*/ 1981032 h 1996546"/>
              <a:gd name="connsiteX5" fmla="*/ 0 w 1826260"/>
              <a:gd name="connsiteY5" fmla="*/ 998052 h 1996546"/>
              <a:gd name="connsiteX0" fmla="*/ 0 w 1826260"/>
              <a:gd name="connsiteY0" fmla="*/ 998052 h 1996546"/>
              <a:gd name="connsiteX1" fmla="*/ 982980 w 1826260"/>
              <a:gd name="connsiteY1" fmla="*/ 15072 h 1996546"/>
              <a:gd name="connsiteX2" fmla="*/ 1826260 w 1826260"/>
              <a:gd name="connsiteY2" fmla="*/ 458302 h 1996546"/>
              <a:gd name="connsiteX3" fmla="*/ 1825694 w 1826260"/>
              <a:gd name="connsiteY3" fmla="*/ 1558503 h 1996546"/>
              <a:gd name="connsiteX4" fmla="*/ 982980 w 1826260"/>
              <a:gd name="connsiteY4" fmla="*/ 1981032 h 1996546"/>
              <a:gd name="connsiteX5" fmla="*/ 0 w 1826260"/>
              <a:gd name="connsiteY5" fmla="*/ 998052 h 1996546"/>
              <a:gd name="connsiteX0" fmla="*/ 1389 w 1827649"/>
              <a:gd name="connsiteY0" fmla="*/ 979731 h 1978225"/>
              <a:gd name="connsiteX1" fmla="*/ 793869 w 1827649"/>
              <a:gd name="connsiteY1" fmla="*/ 15801 h 1978225"/>
              <a:gd name="connsiteX2" fmla="*/ 1827649 w 1827649"/>
              <a:gd name="connsiteY2" fmla="*/ 439981 h 1978225"/>
              <a:gd name="connsiteX3" fmla="*/ 1827083 w 1827649"/>
              <a:gd name="connsiteY3" fmla="*/ 1540182 h 1978225"/>
              <a:gd name="connsiteX4" fmla="*/ 984369 w 1827649"/>
              <a:gd name="connsiteY4" fmla="*/ 1962711 h 1978225"/>
              <a:gd name="connsiteX5" fmla="*/ 1389 w 1827649"/>
              <a:gd name="connsiteY5" fmla="*/ 979731 h 1978225"/>
              <a:gd name="connsiteX0" fmla="*/ 2466 w 1828726"/>
              <a:gd name="connsiteY0" fmla="*/ 986255 h 1984749"/>
              <a:gd name="connsiteX1" fmla="*/ 794946 w 1828726"/>
              <a:gd name="connsiteY1" fmla="*/ 22325 h 1984749"/>
              <a:gd name="connsiteX2" fmla="*/ 1828726 w 1828726"/>
              <a:gd name="connsiteY2" fmla="*/ 446505 h 1984749"/>
              <a:gd name="connsiteX3" fmla="*/ 1828160 w 1828726"/>
              <a:gd name="connsiteY3" fmla="*/ 1546706 h 1984749"/>
              <a:gd name="connsiteX4" fmla="*/ 985446 w 1828726"/>
              <a:gd name="connsiteY4" fmla="*/ 1969235 h 1984749"/>
              <a:gd name="connsiteX5" fmla="*/ 2466 w 1828726"/>
              <a:gd name="connsiteY5" fmla="*/ 986255 h 1984749"/>
              <a:gd name="connsiteX0" fmla="*/ 2466 w 1828726"/>
              <a:gd name="connsiteY0" fmla="*/ 986411 h 1984905"/>
              <a:gd name="connsiteX1" fmla="*/ 794946 w 1828726"/>
              <a:gd name="connsiteY1" fmla="*/ 22481 h 1984905"/>
              <a:gd name="connsiteX2" fmla="*/ 1828726 w 1828726"/>
              <a:gd name="connsiteY2" fmla="*/ 446661 h 1984905"/>
              <a:gd name="connsiteX3" fmla="*/ 1828160 w 1828726"/>
              <a:gd name="connsiteY3" fmla="*/ 1546862 h 1984905"/>
              <a:gd name="connsiteX4" fmla="*/ 985446 w 1828726"/>
              <a:gd name="connsiteY4" fmla="*/ 1969391 h 1984905"/>
              <a:gd name="connsiteX5" fmla="*/ 2466 w 1828726"/>
              <a:gd name="connsiteY5" fmla="*/ 986411 h 1984905"/>
              <a:gd name="connsiteX0" fmla="*/ 2466 w 1828726"/>
              <a:gd name="connsiteY0" fmla="*/ 986411 h 1984905"/>
              <a:gd name="connsiteX1" fmla="*/ 794946 w 1828726"/>
              <a:gd name="connsiteY1" fmla="*/ 22481 h 1984905"/>
              <a:gd name="connsiteX2" fmla="*/ 1828726 w 1828726"/>
              <a:gd name="connsiteY2" fmla="*/ 446661 h 1984905"/>
              <a:gd name="connsiteX3" fmla="*/ 1828160 w 1828726"/>
              <a:gd name="connsiteY3" fmla="*/ 1546862 h 1984905"/>
              <a:gd name="connsiteX4" fmla="*/ 985446 w 1828726"/>
              <a:gd name="connsiteY4" fmla="*/ 1969391 h 1984905"/>
              <a:gd name="connsiteX5" fmla="*/ 2466 w 1828726"/>
              <a:gd name="connsiteY5" fmla="*/ 986411 h 1984905"/>
              <a:gd name="connsiteX0" fmla="*/ 2466 w 1828726"/>
              <a:gd name="connsiteY0" fmla="*/ 986411 h 1984905"/>
              <a:gd name="connsiteX1" fmla="*/ 794946 w 1828726"/>
              <a:gd name="connsiteY1" fmla="*/ 22481 h 1984905"/>
              <a:gd name="connsiteX2" fmla="*/ 1828726 w 1828726"/>
              <a:gd name="connsiteY2" fmla="*/ 446661 h 1984905"/>
              <a:gd name="connsiteX3" fmla="*/ 1828160 w 1828726"/>
              <a:gd name="connsiteY3" fmla="*/ 1546862 h 1984905"/>
              <a:gd name="connsiteX4" fmla="*/ 791771 w 1828726"/>
              <a:gd name="connsiteY4" fmla="*/ 1969391 h 1984905"/>
              <a:gd name="connsiteX5" fmla="*/ 2466 w 1828726"/>
              <a:gd name="connsiteY5" fmla="*/ 986411 h 1984905"/>
              <a:gd name="connsiteX0" fmla="*/ 2466 w 1828726"/>
              <a:gd name="connsiteY0" fmla="*/ 986411 h 2022885"/>
              <a:gd name="connsiteX1" fmla="*/ 794946 w 1828726"/>
              <a:gd name="connsiteY1" fmla="*/ 22481 h 2022885"/>
              <a:gd name="connsiteX2" fmla="*/ 1828726 w 1828726"/>
              <a:gd name="connsiteY2" fmla="*/ 446661 h 2022885"/>
              <a:gd name="connsiteX3" fmla="*/ 1828160 w 1828726"/>
              <a:gd name="connsiteY3" fmla="*/ 1546862 h 2022885"/>
              <a:gd name="connsiteX4" fmla="*/ 791771 w 1828726"/>
              <a:gd name="connsiteY4" fmla="*/ 1969391 h 2022885"/>
              <a:gd name="connsiteX5" fmla="*/ 2466 w 1828726"/>
              <a:gd name="connsiteY5" fmla="*/ 986411 h 2022885"/>
              <a:gd name="connsiteX0" fmla="*/ 2466 w 1828726"/>
              <a:gd name="connsiteY0" fmla="*/ 986411 h 2018099"/>
              <a:gd name="connsiteX1" fmla="*/ 794946 w 1828726"/>
              <a:gd name="connsiteY1" fmla="*/ 22481 h 2018099"/>
              <a:gd name="connsiteX2" fmla="*/ 1828726 w 1828726"/>
              <a:gd name="connsiteY2" fmla="*/ 446661 h 2018099"/>
              <a:gd name="connsiteX3" fmla="*/ 1828160 w 1828726"/>
              <a:gd name="connsiteY3" fmla="*/ 1546862 h 2018099"/>
              <a:gd name="connsiteX4" fmla="*/ 791771 w 1828726"/>
              <a:gd name="connsiteY4" fmla="*/ 1969391 h 2018099"/>
              <a:gd name="connsiteX5" fmla="*/ 2466 w 1828726"/>
              <a:gd name="connsiteY5" fmla="*/ 986411 h 2018099"/>
              <a:gd name="connsiteX0" fmla="*/ 2466 w 1828726"/>
              <a:gd name="connsiteY0" fmla="*/ 986411 h 1988683"/>
              <a:gd name="connsiteX1" fmla="*/ 794946 w 1828726"/>
              <a:gd name="connsiteY1" fmla="*/ 22481 h 1988683"/>
              <a:gd name="connsiteX2" fmla="*/ 1828726 w 1828726"/>
              <a:gd name="connsiteY2" fmla="*/ 446661 h 1988683"/>
              <a:gd name="connsiteX3" fmla="*/ 1828160 w 1828726"/>
              <a:gd name="connsiteY3" fmla="*/ 1546862 h 1988683"/>
              <a:gd name="connsiteX4" fmla="*/ 674296 w 1828726"/>
              <a:gd name="connsiteY4" fmla="*/ 1937641 h 1988683"/>
              <a:gd name="connsiteX5" fmla="*/ 2466 w 1828726"/>
              <a:gd name="connsiteY5" fmla="*/ 986411 h 1988683"/>
              <a:gd name="connsiteX0" fmla="*/ 2466 w 1828726"/>
              <a:gd name="connsiteY0" fmla="*/ 986411 h 1983165"/>
              <a:gd name="connsiteX1" fmla="*/ 794946 w 1828726"/>
              <a:gd name="connsiteY1" fmla="*/ 22481 h 1983165"/>
              <a:gd name="connsiteX2" fmla="*/ 1828726 w 1828726"/>
              <a:gd name="connsiteY2" fmla="*/ 446661 h 1983165"/>
              <a:gd name="connsiteX3" fmla="*/ 1828160 w 1828726"/>
              <a:gd name="connsiteY3" fmla="*/ 1546862 h 1983165"/>
              <a:gd name="connsiteX4" fmla="*/ 674296 w 1828726"/>
              <a:gd name="connsiteY4" fmla="*/ 1937641 h 1983165"/>
              <a:gd name="connsiteX5" fmla="*/ 2466 w 1828726"/>
              <a:gd name="connsiteY5" fmla="*/ 986411 h 1983165"/>
              <a:gd name="connsiteX0" fmla="*/ 2466 w 1828726"/>
              <a:gd name="connsiteY0" fmla="*/ 986411 h 1983165"/>
              <a:gd name="connsiteX1" fmla="*/ 794946 w 1828726"/>
              <a:gd name="connsiteY1" fmla="*/ 22481 h 1983165"/>
              <a:gd name="connsiteX2" fmla="*/ 1828726 w 1828726"/>
              <a:gd name="connsiteY2" fmla="*/ 446661 h 1983165"/>
              <a:gd name="connsiteX3" fmla="*/ 1828160 w 1828726"/>
              <a:gd name="connsiteY3" fmla="*/ 1546862 h 1983165"/>
              <a:gd name="connsiteX4" fmla="*/ 674296 w 1828726"/>
              <a:gd name="connsiteY4" fmla="*/ 1937641 h 1983165"/>
              <a:gd name="connsiteX5" fmla="*/ 2466 w 1828726"/>
              <a:gd name="connsiteY5" fmla="*/ 986411 h 1983165"/>
              <a:gd name="connsiteX0" fmla="*/ 2466 w 1828726"/>
              <a:gd name="connsiteY0" fmla="*/ 986411 h 1983165"/>
              <a:gd name="connsiteX1" fmla="*/ 794946 w 1828726"/>
              <a:gd name="connsiteY1" fmla="*/ 22481 h 1983165"/>
              <a:gd name="connsiteX2" fmla="*/ 1828726 w 1828726"/>
              <a:gd name="connsiteY2" fmla="*/ 446661 h 1983165"/>
              <a:gd name="connsiteX3" fmla="*/ 1828160 w 1828726"/>
              <a:gd name="connsiteY3" fmla="*/ 1546862 h 1983165"/>
              <a:gd name="connsiteX4" fmla="*/ 674296 w 1828726"/>
              <a:gd name="connsiteY4" fmla="*/ 1937641 h 1983165"/>
              <a:gd name="connsiteX5" fmla="*/ 2466 w 1828726"/>
              <a:gd name="connsiteY5" fmla="*/ 986411 h 1983165"/>
              <a:gd name="connsiteX0" fmla="*/ 450 w 1826710"/>
              <a:gd name="connsiteY0" fmla="*/ 986411 h 1983165"/>
              <a:gd name="connsiteX1" fmla="*/ 792930 w 1826710"/>
              <a:gd name="connsiteY1" fmla="*/ 22481 h 1983165"/>
              <a:gd name="connsiteX2" fmla="*/ 1826710 w 1826710"/>
              <a:gd name="connsiteY2" fmla="*/ 446661 h 1983165"/>
              <a:gd name="connsiteX3" fmla="*/ 1826144 w 1826710"/>
              <a:gd name="connsiteY3" fmla="*/ 1546862 h 1983165"/>
              <a:gd name="connsiteX4" fmla="*/ 672280 w 1826710"/>
              <a:gd name="connsiteY4" fmla="*/ 1937641 h 1983165"/>
              <a:gd name="connsiteX5" fmla="*/ 450 w 1826710"/>
              <a:gd name="connsiteY5" fmla="*/ 986411 h 1983165"/>
              <a:gd name="connsiteX0" fmla="*/ 450 w 1826710"/>
              <a:gd name="connsiteY0" fmla="*/ 986411 h 1983165"/>
              <a:gd name="connsiteX1" fmla="*/ 792930 w 1826710"/>
              <a:gd name="connsiteY1" fmla="*/ 22481 h 1983165"/>
              <a:gd name="connsiteX2" fmla="*/ 1826710 w 1826710"/>
              <a:gd name="connsiteY2" fmla="*/ 446661 h 1983165"/>
              <a:gd name="connsiteX3" fmla="*/ 1826144 w 1826710"/>
              <a:gd name="connsiteY3" fmla="*/ 1546862 h 1983165"/>
              <a:gd name="connsiteX4" fmla="*/ 672280 w 1826710"/>
              <a:gd name="connsiteY4" fmla="*/ 1937641 h 1983165"/>
              <a:gd name="connsiteX5" fmla="*/ 450 w 1826710"/>
              <a:gd name="connsiteY5" fmla="*/ 986411 h 1983165"/>
              <a:gd name="connsiteX0" fmla="*/ 450 w 1835669"/>
              <a:gd name="connsiteY0" fmla="*/ 986411 h 1982493"/>
              <a:gd name="connsiteX1" fmla="*/ 792930 w 1835669"/>
              <a:gd name="connsiteY1" fmla="*/ 22481 h 1982493"/>
              <a:gd name="connsiteX2" fmla="*/ 1826710 w 1835669"/>
              <a:gd name="connsiteY2" fmla="*/ 446661 h 1982493"/>
              <a:gd name="connsiteX3" fmla="*/ 1835669 w 1835669"/>
              <a:gd name="connsiteY3" fmla="*/ 1537337 h 1982493"/>
              <a:gd name="connsiteX4" fmla="*/ 672280 w 1835669"/>
              <a:gd name="connsiteY4" fmla="*/ 1937641 h 1982493"/>
              <a:gd name="connsiteX5" fmla="*/ 450 w 1835669"/>
              <a:gd name="connsiteY5" fmla="*/ 986411 h 1982493"/>
              <a:gd name="connsiteX0" fmla="*/ 450 w 1835669"/>
              <a:gd name="connsiteY0" fmla="*/ 986411 h 1982493"/>
              <a:gd name="connsiteX1" fmla="*/ 792930 w 1835669"/>
              <a:gd name="connsiteY1" fmla="*/ 22481 h 1982493"/>
              <a:gd name="connsiteX2" fmla="*/ 1826710 w 1835669"/>
              <a:gd name="connsiteY2" fmla="*/ 446661 h 1982493"/>
              <a:gd name="connsiteX3" fmla="*/ 1835669 w 1835669"/>
              <a:gd name="connsiteY3" fmla="*/ 1537337 h 1982493"/>
              <a:gd name="connsiteX4" fmla="*/ 672280 w 1835669"/>
              <a:gd name="connsiteY4" fmla="*/ 1937641 h 1982493"/>
              <a:gd name="connsiteX5" fmla="*/ 450 w 1835669"/>
              <a:gd name="connsiteY5" fmla="*/ 986411 h 1982493"/>
              <a:gd name="connsiteX0" fmla="*/ 454 w 1835673"/>
              <a:gd name="connsiteY0" fmla="*/ 989422 h 1985504"/>
              <a:gd name="connsiteX1" fmla="*/ 789759 w 1835673"/>
              <a:gd name="connsiteY1" fmla="*/ 22317 h 1985504"/>
              <a:gd name="connsiteX2" fmla="*/ 1826714 w 1835673"/>
              <a:gd name="connsiteY2" fmla="*/ 449672 h 1985504"/>
              <a:gd name="connsiteX3" fmla="*/ 1835673 w 1835673"/>
              <a:gd name="connsiteY3" fmla="*/ 1540348 h 1985504"/>
              <a:gd name="connsiteX4" fmla="*/ 672284 w 1835673"/>
              <a:gd name="connsiteY4" fmla="*/ 1940652 h 1985504"/>
              <a:gd name="connsiteX5" fmla="*/ 454 w 1835673"/>
              <a:gd name="connsiteY5" fmla="*/ 989422 h 1985504"/>
              <a:gd name="connsiteX0" fmla="*/ 421 w 1835640"/>
              <a:gd name="connsiteY0" fmla="*/ 987500 h 1983582"/>
              <a:gd name="connsiteX1" fmla="*/ 789726 w 1835640"/>
              <a:gd name="connsiteY1" fmla="*/ 20395 h 1983582"/>
              <a:gd name="connsiteX2" fmla="*/ 1826681 w 1835640"/>
              <a:gd name="connsiteY2" fmla="*/ 447750 h 1983582"/>
              <a:gd name="connsiteX3" fmla="*/ 1835640 w 1835640"/>
              <a:gd name="connsiteY3" fmla="*/ 1538426 h 1983582"/>
              <a:gd name="connsiteX4" fmla="*/ 672251 w 1835640"/>
              <a:gd name="connsiteY4" fmla="*/ 1938730 h 1983582"/>
              <a:gd name="connsiteX5" fmla="*/ 421 w 1835640"/>
              <a:gd name="connsiteY5" fmla="*/ 987500 h 1983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35640" h="1983582">
                <a:moveTo>
                  <a:pt x="421" y="987500"/>
                </a:moveTo>
                <a:cubicBezTo>
                  <a:pt x="-12279" y="618565"/>
                  <a:pt x="263099" y="126228"/>
                  <a:pt x="789726" y="20395"/>
                </a:cubicBezTo>
                <a:cubicBezTo>
                  <a:pt x="1316353" y="-85438"/>
                  <a:pt x="1702361" y="245173"/>
                  <a:pt x="1826681" y="447750"/>
                </a:cubicBezTo>
                <a:cubicBezTo>
                  <a:pt x="1636676" y="828127"/>
                  <a:pt x="1653395" y="1219021"/>
                  <a:pt x="1835640" y="1538426"/>
                </a:cubicBezTo>
                <a:cubicBezTo>
                  <a:pt x="1773410" y="1635581"/>
                  <a:pt x="1373408" y="2133738"/>
                  <a:pt x="672251" y="1938730"/>
                </a:cubicBezTo>
                <a:cubicBezTo>
                  <a:pt x="345744" y="1813572"/>
                  <a:pt x="22646" y="1531060"/>
                  <a:pt x="421" y="987500"/>
                </a:cubicBezTo>
                <a:close/>
              </a:path>
            </a:pathLst>
          </a:cu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6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7041524" y="1951163"/>
            <a:ext cx="1827862" cy="1992885"/>
          </a:xfrm>
          <a:custGeom>
            <a:avLst/>
            <a:gdLst>
              <a:gd name="connsiteX0" fmla="*/ 0 w 1965960"/>
              <a:gd name="connsiteY0" fmla="*/ 982980 h 1965960"/>
              <a:gd name="connsiteX1" fmla="*/ 982980 w 1965960"/>
              <a:gd name="connsiteY1" fmla="*/ 0 h 1965960"/>
              <a:gd name="connsiteX2" fmla="*/ 1965960 w 1965960"/>
              <a:gd name="connsiteY2" fmla="*/ 982980 h 1965960"/>
              <a:gd name="connsiteX3" fmla="*/ 982980 w 1965960"/>
              <a:gd name="connsiteY3" fmla="*/ 1965960 h 1965960"/>
              <a:gd name="connsiteX4" fmla="*/ 0 w 1965960"/>
              <a:gd name="connsiteY4" fmla="*/ 982980 h 1965960"/>
              <a:gd name="connsiteX0" fmla="*/ 65395 w 2031355"/>
              <a:gd name="connsiteY0" fmla="*/ 996524 h 1979504"/>
              <a:gd name="connsiteX1" fmla="*/ 197054 w 2031355"/>
              <a:gd name="connsiteY1" fmla="*/ 461867 h 1979504"/>
              <a:gd name="connsiteX2" fmla="*/ 1048375 w 2031355"/>
              <a:gd name="connsiteY2" fmla="*/ 13544 h 1979504"/>
              <a:gd name="connsiteX3" fmla="*/ 2031355 w 2031355"/>
              <a:gd name="connsiteY3" fmla="*/ 996524 h 1979504"/>
              <a:gd name="connsiteX4" fmla="*/ 1048375 w 2031355"/>
              <a:gd name="connsiteY4" fmla="*/ 1979504 h 1979504"/>
              <a:gd name="connsiteX5" fmla="*/ 65395 w 2031355"/>
              <a:gd name="connsiteY5" fmla="*/ 996524 h 1979504"/>
              <a:gd name="connsiteX0" fmla="*/ 114976 w 1948927"/>
              <a:gd name="connsiteY0" fmla="*/ 1547096 h 1997760"/>
              <a:gd name="connsiteX1" fmla="*/ 114626 w 1948927"/>
              <a:gd name="connsiteY1" fmla="*/ 461867 h 1997760"/>
              <a:gd name="connsiteX2" fmla="*/ 965947 w 1948927"/>
              <a:gd name="connsiteY2" fmla="*/ 13544 h 1997760"/>
              <a:gd name="connsiteX3" fmla="*/ 1948927 w 1948927"/>
              <a:gd name="connsiteY3" fmla="*/ 996524 h 1997760"/>
              <a:gd name="connsiteX4" fmla="*/ 965947 w 1948927"/>
              <a:gd name="connsiteY4" fmla="*/ 1979504 h 1997760"/>
              <a:gd name="connsiteX5" fmla="*/ 114976 w 1948927"/>
              <a:gd name="connsiteY5" fmla="*/ 1547096 h 1997760"/>
              <a:gd name="connsiteX0" fmla="*/ 44277 w 1878228"/>
              <a:gd name="connsiteY0" fmla="*/ 1547096 h 1997760"/>
              <a:gd name="connsiteX1" fmla="*/ 43927 w 1878228"/>
              <a:gd name="connsiteY1" fmla="*/ 461867 h 1997760"/>
              <a:gd name="connsiteX2" fmla="*/ 895248 w 1878228"/>
              <a:gd name="connsiteY2" fmla="*/ 13544 h 1997760"/>
              <a:gd name="connsiteX3" fmla="*/ 1878228 w 1878228"/>
              <a:gd name="connsiteY3" fmla="*/ 996524 h 1997760"/>
              <a:gd name="connsiteX4" fmla="*/ 895248 w 1878228"/>
              <a:gd name="connsiteY4" fmla="*/ 1979504 h 1997760"/>
              <a:gd name="connsiteX5" fmla="*/ 44277 w 1878228"/>
              <a:gd name="connsiteY5" fmla="*/ 1547096 h 1997760"/>
              <a:gd name="connsiteX0" fmla="*/ 350 w 1834301"/>
              <a:gd name="connsiteY0" fmla="*/ 1547096 h 1997760"/>
              <a:gd name="connsiteX1" fmla="*/ 0 w 1834301"/>
              <a:gd name="connsiteY1" fmla="*/ 461867 h 1997760"/>
              <a:gd name="connsiteX2" fmla="*/ 851321 w 1834301"/>
              <a:gd name="connsiteY2" fmla="*/ 13544 h 1997760"/>
              <a:gd name="connsiteX3" fmla="*/ 1834301 w 1834301"/>
              <a:gd name="connsiteY3" fmla="*/ 996524 h 1997760"/>
              <a:gd name="connsiteX4" fmla="*/ 851321 w 1834301"/>
              <a:gd name="connsiteY4" fmla="*/ 1979504 h 1997760"/>
              <a:gd name="connsiteX5" fmla="*/ 350 w 1834301"/>
              <a:gd name="connsiteY5" fmla="*/ 1547096 h 1997760"/>
              <a:gd name="connsiteX0" fmla="*/ 350 w 1834301"/>
              <a:gd name="connsiteY0" fmla="*/ 1547096 h 1970368"/>
              <a:gd name="connsiteX1" fmla="*/ 0 w 1834301"/>
              <a:gd name="connsiteY1" fmla="*/ 461867 h 1970368"/>
              <a:gd name="connsiteX2" fmla="*/ 851321 w 1834301"/>
              <a:gd name="connsiteY2" fmla="*/ 13544 h 1970368"/>
              <a:gd name="connsiteX3" fmla="*/ 1834301 w 1834301"/>
              <a:gd name="connsiteY3" fmla="*/ 996524 h 1970368"/>
              <a:gd name="connsiteX4" fmla="*/ 1124997 w 1834301"/>
              <a:gd name="connsiteY4" fmla="*/ 1950527 h 1970368"/>
              <a:gd name="connsiteX5" fmla="*/ 350 w 1834301"/>
              <a:gd name="connsiteY5" fmla="*/ 1547096 h 1970368"/>
              <a:gd name="connsiteX0" fmla="*/ 350 w 1834301"/>
              <a:gd name="connsiteY0" fmla="*/ 1509739 h 1933011"/>
              <a:gd name="connsiteX1" fmla="*/ 0 w 1834301"/>
              <a:gd name="connsiteY1" fmla="*/ 424510 h 1933011"/>
              <a:gd name="connsiteX2" fmla="*/ 1134657 w 1834301"/>
              <a:gd name="connsiteY2" fmla="*/ 14824 h 1933011"/>
              <a:gd name="connsiteX3" fmla="*/ 1834301 w 1834301"/>
              <a:gd name="connsiteY3" fmla="*/ 959167 h 1933011"/>
              <a:gd name="connsiteX4" fmla="*/ 1124997 w 1834301"/>
              <a:gd name="connsiteY4" fmla="*/ 1913170 h 1933011"/>
              <a:gd name="connsiteX5" fmla="*/ 350 w 1834301"/>
              <a:gd name="connsiteY5" fmla="*/ 1509739 h 1933011"/>
              <a:gd name="connsiteX0" fmla="*/ 350 w 1834301"/>
              <a:gd name="connsiteY0" fmla="*/ 1540457 h 1963729"/>
              <a:gd name="connsiteX1" fmla="*/ 0 w 1834301"/>
              <a:gd name="connsiteY1" fmla="*/ 455228 h 1963729"/>
              <a:gd name="connsiteX2" fmla="*/ 1134657 w 1834301"/>
              <a:gd name="connsiteY2" fmla="*/ 45542 h 1963729"/>
              <a:gd name="connsiteX3" fmla="*/ 1834301 w 1834301"/>
              <a:gd name="connsiteY3" fmla="*/ 989885 h 1963729"/>
              <a:gd name="connsiteX4" fmla="*/ 1124997 w 1834301"/>
              <a:gd name="connsiteY4" fmla="*/ 1943888 h 1963729"/>
              <a:gd name="connsiteX5" fmla="*/ 350 w 1834301"/>
              <a:gd name="connsiteY5" fmla="*/ 1540457 h 1963729"/>
              <a:gd name="connsiteX0" fmla="*/ 350 w 1834301"/>
              <a:gd name="connsiteY0" fmla="*/ 1545635 h 1968907"/>
              <a:gd name="connsiteX1" fmla="*/ 0 w 1834301"/>
              <a:gd name="connsiteY1" fmla="*/ 460406 h 1968907"/>
              <a:gd name="connsiteX2" fmla="*/ 1134657 w 1834301"/>
              <a:gd name="connsiteY2" fmla="*/ 50720 h 1968907"/>
              <a:gd name="connsiteX3" fmla="*/ 1834301 w 1834301"/>
              <a:gd name="connsiteY3" fmla="*/ 995063 h 1968907"/>
              <a:gd name="connsiteX4" fmla="*/ 1124997 w 1834301"/>
              <a:gd name="connsiteY4" fmla="*/ 1949066 h 1968907"/>
              <a:gd name="connsiteX5" fmla="*/ 350 w 1834301"/>
              <a:gd name="connsiteY5" fmla="*/ 1545635 h 1968907"/>
              <a:gd name="connsiteX0" fmla="*/ 350 w 1834301"/>
              <a:gd name="connsiteY0" fmla="*/ 1545635 h 1975325"/>
              <a:gd name="connsiteX1" fmla="*/ 0 w 1834301"/>
              <a:gd name="connsiteY1" fmla="*/ 460406 h 1975325"/>
              <a:gd name="connsiteX2" fmla="*/ 1134657 w 1834301"/>
              <a:gd name="connsiteY2" fmla="*/ 50720 h 1975325"/>
              <a:gd name="connsiteX3" fmla="*/ 1834301 w 1834301"/>
              <a:gd name="connsiteY3" fmla="*/ 995063 h 1975325"/>
              <a:gd name="connsiteX4" fmla="*/ 1124997 w 1834301"/>
              <a:gd name="connsiteY4" fmla="*/ 1949066 h 1975325"/>
              <a:gd name="connsiteX5" fmla="*/ 350 w 1834301"/>
              <a:gd name="connsiteY5" fmla="*/ 1545635 h 1975325"/>
              <a:gd name="connsiteX0" fmla="*/ 350 w 1834301"/>
              <a:gd name="connsiteY0" fmla="*/ 1545635 h 1992885"/>
              <a:gd name="connsiteX1" fmla="*/ 0 w 1834301"/>
              <a:gd name="connsiteY1" fmla="*/ 460406 h 1992885"/>
              <a:gd name="connsiteX2" fmla="*/ 1134657 w 1834301"/>
              <a:gd name="connsiteY2" fmla="*/ 50720 h 1992885"/>
              <a:gd name="connsiteX3" fmla="*/ 1834301 w 1834301"/>
              <a:gd name="connsiteY3" fmla="*/ 995063 h 1992885"/>
              <a:gd name="connsiteX4" fmla="*/ 1124997 w 1834301"/>
              <a:gd name="connsiteY4" fmla="*/ 1949066 h 1992885"/>
              <a:gd name="connsiteX5" fmla="*/ 350 w 1834301"/>
              <a:gd name="connsiteY5" fmla="*/ 1545635 h 1992885"/>
              <a:gd name="connsiteX0" fmla="*/ 350 w 1834301"/>
              <a:gd name="connsiteY0" fmla="*/ 1545635 h 1992885"/>
              <a:gd name="connsiteX1" fmla="*/ 0 w 1834301"/>
              <a:gd name="connsiteY1" fmla="*/ 460406 h 1992885"/>
              <a:gd name="connsiteX2" fmla="*/ 1134657 w 1834301"/>
              <a:gd name="connsiteY2" fmla="*/ 50720 h 1992885"/>
              <a:gd name="connsiteX3" fmla="*/ 1834301 w 1834301"/>
              <a:gd name="connsiteY3" fmla="*/ 995063 h 1992885"/>
              <a:gd name="connsiteX4" fmla="*/ 1124997 w 1834301"/>
              <a:gd name="connsiteY4" fmla="*/ 1949066 h 1992885"/>
              <a:gd name="connsiteX5" fmla="*/ 350 w 1834301"/>
              <a:gd name="connsiteY5" fmla="*/ 1545635 h 1992885"/>
              <a:gd name="connsiteX0" fmla="*/ 350 w 1834301"/>
              <a:gd name="connsiteY0" fmla="*/ 1545635 h 1992885"/>
              <a:gd name="connsiteX1" fmla="*/ 0 w 1834301"/>
              <a:gd name="connsiteY1" fmla="*/ 460406 h 1992885"/>
              <a:gd name="connsiteX2" fmla="*/ 1134657 w 1834301"/>
              <a:gd name="connsiteY2" fmla="*/ 50720 h 1992885"/>
              <a:gd name="connsiteX3" fmla="*/ 1834301 w 1834301"/>
              <a:gd name="connsiteY3" fmla="*/ 995063 h 1992885"/>
              <a:gd name="connsiteX4" fmla="*/ 1124997 w 1834301"/>
              <a:gd name="connsiteY4" fmla="*/ 1949066 h 1992885"/>
              <a:gd name="connsiteX5" fmla="*/ 350 w 1834301"/>
              <a:gd name="connsiteY5" fmla="*/ 1545635 h 1992885"/>
              <a:gd name="connsiteX0" fmla="*/ 350 w 1827862"/>
              <a:gd name="connsiteY0" fmla="*/ 1545635 h 1992885"/>
              <a:gd name="connsiteX1" fmla="*/ 0 w 1827862"/>
              <a:gd name="connsiteY1" fmla="*/ 460406 h 1992885"/>
              <a:gd name="connsiteX2" fmla="*/ 1134657 w 1827862"/>
              <a:gd name="connsiteY2" fmla="*/ 50720 h 1992885"/>
              <a:gd name="connsiteX3" fmla="*/ 1827862 w 1827862"/>
              <a:gd name="connsiteY3" fmla="*/ 995063 h 1992885"/>
              <a:gd name="connsiteX4" fmla="*/ 1124997 w 1827862"/>
              <a:gd name="connsiteY4" fmla="*/ 1949066 h 1992885"/>
              <a:gd name="connsiteX5" fmla="*/ 350 w 1827862"/>
              <a:gd name="connsiteY5" fmla="*/ 1545635 h 19928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27862" h="1992885">
                <a:moveTo>
                  <a:pt x="350" y="1545635"/>
                </a:moveTo>
                <a:cubicBezTo>
                  <a:pt x="241611" y="1102732"/>
                  <a:pt x="132385" y="672531"/>
                  <a:pt x="0" y="460406"/>
                </a:cubicBezTo>
                <a:cubicBezTo>
                  <a:pt x="138072" y="232182"/>
                  <a:pt x="564923" y="-134981"/>
                  <a:pt x="1134657" y="50720"/>
                </a:cubicBezTo>
                <a:cubicBezTo>
                  <a:pt x="1440374" y="139829"/>
                  <a:pt x="1827862" y="452178"/>
                  <a:pt x="1827862" y="995063"/>
                </a:cubicBezTo>
                <a:cubicBezTo>
                  <a:pt x="1827862" y="1537948"/>
                  <a:pt x="1430656" y="1857304"/>
                  <a:pt x="1124997" y="1949066"/>
                </a:cubicBezTo>
                <a:cubicBezTo>
                  <a:pt x="758163" y="2085904"/>
                  <a:pt x="180874" y="1888726"/>
                  <a:pt x="350" y="1545635"/>
                </a:cubicBezTo>
                <a:close/>
              </a:path>
            </a:pathLst>
          </a:cu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7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8812369" y="1951163"/>
            <a:ext cx="1827862" cy="1992885"/>
          </a:xfrm>
          <a:custGeom>
            <a:avLst/>
            <a:gdLst>
              <a:gd name="connsiteX0" fmla="*/ 0 w 1965960"/>
              <a:gd name="connsiteY0" fmla="*/ 982980 h 1965960"/>
              <a:gd name="connsiteX1" fmla="*/ 982980 w 1965960"/>
              <a:gd name="connsiteY1" fmla="*/ 0 h 1965960"/>
              <a:gd name="connsiteX2" fmla="*/ 1965960 w 1965960"/>
              <a:gd name="connsiteY2" fmla="*/ 982980 h 1965960"/>
              <a:gd name="connsiteX3" fmla="*/ 982980 w 1965960"/>
              <a:gd name="connsiteY3" fmla="*/ 1965960 h 1965960"/>
              <a:gd name="connsiteX4" fmla="*/ 0 w 1965960"/>
              <a:gd name="connsiteY4" fmla="*/ 982980 h 1965960"/>
              <a:gd name="connsiteX0" fmla="*/ 65395 w 2031355"/>
              <a:gd name="connsiteY0" fmla="*/ 996524 h 1979504"/>
              <a:gd name="connsiteX1" fmla="*/ 197054 w 2031355"/>
              <a:gd name="connsiteY1" fmla="*/ 461867 h 1979504"/>
              <a:gd name="connsiteX2" fmla="*/ 1048375 w 2031355"/>
              <a:gd name="connsiteY2" fmla="*/ 13544 h 1979504"/>
              <a:gd name="connsiteX3" fmla="*/ 2031355 w 2031355"/>
              <a:gd name="connsiteY3" fmla="*/ 996524 h 1979504"/>
              <a:gd name="connsiteX4" fmla="*/ 1048375 w 2031355"/>
              <a:gd name="connsiteY4" fmla="*/ 1979504 h 1979504"/>
              <a:gd name="connsiteX5" fmla="*/ 65395 w 2031355"/>
              <a:gd name="connsiteY5" fmla="*/ 996524 h 1979504"/>
              <a:gd name="connsiteX0" fmla="*/ 114976 w 1948927"/>
              <a:gd name="connsiteY0" fmla="*/ 1547096 h 1997760"/>
              <a:gd name="connsiteX1" fmla="*/ 114626 w 1948927"/>
              <a:gd name="connsiteY1" fmla="*/ 461867 h 1997760"/>
              <a:gd name="connsiteX2" fmla="*/ 965947 w 1948927"/>
              <a:gd name="connsiteY2" fmla="*/ 13544 h 1997760"/>
              <a:gd name="connsiteX3" fmla="*/ 1948927 w 1948927"/>
              <a:gd name="connsiteY3" fmla="*/ 996524 h 1997760"/>
              <a:gd name="connsiteX4" fmla="*/ 965947 w 1948927"/>
              <a:gd name="connsiteY4" fmla="*/ 1979504 h 1997760"/>
              <a:gd name="connsiteX5" fmla="*/ 114976 w 1948927"/>
              <a:gd name="connsiteY5" fmla="*/ 1547096 h 1997760"/>
              <a:gd name="connsiteX0" fmla="*/ 44277 w 1878228"/>
              <a:gd name="connsiteY0" fmla="*/ 1547096 h 1997760"/>
              <a:gd name="connsiteX1" fmla="*/ 43927 w 1878228"/>
              <a:gd name="connsiteY1" fmla="*/ 461867 h 1997760"/>
              <a:gd name="connsiteX2" fmla="*/ 895248 w 1878228"/>
              <a:gd name="connsiteY2" fmla="*/ 13544 h 1997760"/>
              <a:gd name="connsiteX3" fmla="*/ 1878228 w 1878228"/>
              <a:gd name="connsiteY3" fmla="*/ 996524 h 1997760"/>
              <a:gd name="connsiteX4" fmla="*/ 895248 w 1878228"/>
              <a:gd name="connsiteY4" fmla="*/ 1979504 h 1997760"/>
              <a:gd name="connsiteX5" fmla="*/ 44277 w 1878228"/>
              <a:gd name="connsiteY5" fmla="*/ 1547096 h 1997760"/>
              <a:gd name="connsiteX0" fmla="*/ 350 w 1834301"/>
              <a:gd name="connsiteY0" fmla="*/ 1547096 h 1997760"/>
              <a:gd name="connsiteX1" fmla="*/ 0 w 1834301"/>
              <a:gd name="connsiteY1" fmla="*/ 461867 h 1997760"/>
              <a:gd name="connsiteX2" fmla="*/ 851321 w 1834301"/>
              <a:gd name="connsiteY2" fmla="*/ 13544 h 1997760"/>
              <a:gd name="connsiteX3" fmla="*/ 1834301 w 1834301"/>
              <a:gd name="connsiteY3" fmla="*/ 996524 h 1997760"/>
              <a:gd name="connsiteX4" fmla="*/ 851321 w 1834301"/>
              <a:gd name="connsiteY4" fmla="*/ 1979504 h 1997760"/>
              <a:gd name="connsiteX5" fmla="*/ 350 w 1834301"/>
              <a:gd name="connsiteY5" fmla="*/ 1547096 h 1997760"/>
              <a:gd name="connsiteX0" fmla="*/ 350 w 1834301"/>
              <a:gd name="connsiteY0" fmla="*/ 1547096 h 1970368"/>
              <a:gd name="connsiteX1" fmla="*/ 0 w 1834301"/>
              <a:gd name="connsiteY1" fmla="*/ 461867 h 1970368"/>
              <a:gd name="connsiteX2" fmla="*/ 851321 w 1834301"/>
              <a:gd name="connsiteY2" fmla="*/ 13544 h 1970368"/>
              <a:gd name="connsiteX3" fmla="*/ 1834301 w 1834301"/>
              <a:gd name="connsiteY3" fmla="*/ 996524 h 1970368"/>
              <a:gd name="connsiteX4" fmla="*/ 1124997 w 1834301"/>
              <a:gd name="connsiteY4" fmla="*/ 1950527 h 1970368"/>
              <a:gd name="connsiteX5" fmla="*/ 350 w 1834301"/>
              <a:gd name="connsiteY5" fmla="*/ 1547096 h 1970368"/>
              <a:gd name="connsiteX0" fmla="*/ 350 w 1834301"/>
              <a:gd name="connsiteY0" fmla="*/ 1509739 h 1933011"/>
              <a:gd name="connsiteX1" fmla="*/ 0 w 1834301"/>
              <a:gd name="connsiteY1" fmla="*/ 424510 h 1933011"/>
              <a:gd name="connsiteX2" fmla="*/ 1134657 w 1834301"/>
              <a:gd name="connsiteY2" fmla="*/ 14824 h 1933011"/>
              <a:gd name="connsiteX3" fmla="*/ 1834301 w 1834301"/>
              <a:gd name="connsiteY3" fmla="*/ 959167 h 1933011"/>
              <a:gd name="connsiteX4" fmla="*/ 1124997 w 1834301"/>
              <a:gd name="connsiteY4" fmla="*/ 1913170 h 1933011"/>
              <a:gd name="connsiteX5" fmla="*/ 350 w 1834301"/>
              <a:gd name="connsiteY5" fmla="*/ 1509739 h 1933011"/>
              <a:gd name="connsiteX0" fmla="*/ 350 w 1834301"/>
              <a:gd name="connsiteY0" fmla="*/ 1540457 h 1963729"/>
              <a:gd name="connsiteX1" fmla="*/ 0 w 1834301"/>
              <a:gd name="connsiteY1" fmla="*/ 455228 h 1963729"/>
              <a:gd name="connsiteX2" fmla="*/ 1134657 w 1834301"/>
              <a:gd name="connsiteY2" fmla="*/ 45542 h 1963729"/>
              <a:gd name="connsiteX3" fmla="*/ 1834301 w 1834301"/>
              <a:gd name="connsiteY3" fmla="*/ 989885 h 1963729"/>
              <a:gd name="connsiteX4" fmla="*/ 1124997 w 1834301"/>
              <a:gd name="connsiteY4" fmla="*/ 1943888 h 1963729"/>
              <a:gd name="connsiteX5" fmla="*/ 350 w 1834301"/>
              <a:gd name="connsiteY5" fmla="*/ 1540457 h 1963729"/>
              <a:gd name="connsiteX0" fmla="*/ 350 w 1834301"/>
              <a:gd name="connsiteY0" fmla="*/ 1545635 h 1968907"/>
              <a:gd name="connsiteX1" fmla="*/ 0 w 1834301"/>
              <a:gd name="connsiteY1" fmla="*/ 460406 h 1968907"/>
              <a:gd name="connsiteX2" fmla="*/ 1134657 w 1834301"/>
              <a:gd name="connsiteY2" fmla="*/ 50720 h 1968907"/>
              <a:gd name="connsiteX3" fmla="*/ 1834301 w 1834301"/>
              <a:gd name="connsiteY3" fmla="*/ 995063 h 1968907"/>
              <a:gd name="connsiteX4" fmla="*/ 1124997 w 1834301"/>
              <a:gd name="connsiteY4" fmla="*/ 1949066 h 1968907"/>
              <a:gd name="connsiteX5" fmla="*/ 350 w 1834301"/>
              <a:gd name="connsiteY5" fmla="*/ 1545635 h 1968907"/>
              <a:gd name="connsiteX0" fmla="*/ 350 w 1834301"/>
              <a:gd name="connsiteY0" fmla="*/ 1545635 h 1975325"/>
              <a:gd name="connsiteX1" fmla="*/ 0 w 1834301"/>
              <a:gd name="connsiteY1" fmla="*/ 460406 h 1975325"/>
              <a:gd name="connsiteX2" fmla="*/ 1134657 w 1834301"/>
              <a:gd name="connsiteY2" fmla="*/ 50720 h 1975325"/>
              <a:gd name="connsiteX3" fmla="*/ 1834301 w 1834301"/>
              <a:gd name="connsiteY3" fmla="*/ 995063 h 1975325"/>
              <a:gd name="connsiteX4" fmla="*/ 1124997 w 1834301"/>
              <a:gd name="connsiteY4" fmla="*/ 1949066 h 1975325"/>
              <a:gd name="connsiteX5" fmla="*/ 350 w 1834301"/>
              <a:gd name="connsiteY5" fmla="*/ 1545635 h 1975325"/>
              <a:gd name="connsiteX0" fmla="*/ 350 w 1834301"/>
              <a:gd name="connsiteY0" fmla="*/ 1545635 h 1992885"/>
              <a:gd name="connsiteX1" fmla="*/ 0 w 1834301"/>
              <a:gd name="connsiteY1" fmla="*/ 460406 h 1992885"/>
              <a:gd name="connsiteX2" fmla="*/ 1134657 w 1834301"/>
              <a:gd name="connsiteY2" fmla="*/ 50720 h 1992885"/>
              <a:gd name="connsiteX3" fmla="*/ 1834301 w 1834301"/>
              <a:gd name="connsiteY3" fmla="*/ 995063 h 1992885"/>
              <a:gd name="connsiteX4" fmla="*/ 1124997 w 1834301"/>
              <a:gd name="connsiteY4" fmla="*/ 1949066 h 1992885"/>
              <a:gd name="connsiteX5" fmla="*/ 350 w 1834301"/>
              <a:gd name="connsiteY5" fmla="*/ 1545635 h 1992885"/>
              <a:gd name="connsiteX0" fmla="*/ 350 w 1834301"/>
              <a:gd name="connsiteY0" fmla="*/ 1545635 h 1992885"/>
              <a:gd name="connsiteX1" fmla="*/ 0 w 1834301"/>
              <a:gd name="connsiteY1" fmla="*/ 460406 h 1992885"/>
              <a:gd name="connsiteX2" fmla="*/ 1134657 w 1834301"/>
              <a:gd name="connsiteY2" fmla="*/ 50720 h 1992885"/>
              <a:gd name="connsiteX3" fmla="*/ 1834301 w 1834301"/>
              <a:gd name="connsiteY3" fmla="*/ 995063 h 1992885"/>
              <a:gd name="connsiteX4" fmla="*/ 1124997 w 1834301"/>
              <a:gd name="connsiteY4" fmla="*/ 1949066 h 1992885"/>
              <a:gd name="connsiteX5" fmla="*/ 350 w 1834301"/>
              <a:gd name="connsiteY5" fmla="*/ 1545635 h 1992885"/>
              <a:gd name="connsiteX0" fmla="*/ 350 w 1834301"/>
              <a:gd name="connsiteY0" fmla="*/ 1545635 h 1992885"/>
              <a:gd name="connsiteX1" fmla="*/ 0 w 1834301"/>
              <a:gd name="connsiteY1" fmla="*/ 460406 h 1992885"/>
              <a:gd name="connsiteX2" fmla="*/ 1134657 w 1834301"/>
              <a:gd name="connsiteY2" fmla="*/ 50720 h 1992885"/>
              <a:gd name="connsiteX3" fmla="*/ 1834301 w 1834301"/>
              <a:gd name="connsiteY3" fmla="*/ 995063 h 1992885"/>
              <a:gd name="connsiteX4" fmla="*/ 1124997 w 1834301"/>
              <a:gd name="connsiteY4" fmla="*/ 1949066 h 1992885"/>
              <a:gd name="connsiteX5" fmla="*/ 350 w 1834301"/>
              <a:gd name="connsiteY5" fmla="*/ 1545635 h 1992885"/>
              <a:gd name="connsiteX0" fmla="*/ 350 w 1827862"/>
              <a:gd name="connsiteY0" fmla="*/ 1545635 h 1992885"/>
              <a:gd name="connsiteX1" fmla="*/ 0 w 1827862"/>
              <a:gd name="connsiteY1" fmla="*/ 460406 h 1992885"/>
              <a:gd name="connsiteX2" fmla="*/ 1134657 w 1827862"/>
              <a:gd name="connsiteY2" fmla="*/ 50720 h 1992885"/>
              <a:gd name="connsiteX3" fmla="*/ 1827862 w 1827862"/>
              <a:gd name="connsiteY3" fmla="*/ 995063 h 1992885"/>
              <a:gd name="connsiteX4" fmla="*/ 1124997 w 1827862"/>
              <a:gd name="connsiteY4" fmla="*/ 1949066 h 1992885"/>
              <a:gd name="connsiteX5" fmla="*/ 350 w 1827862"/>
              <a:gd name="connsiteY5" fmla="*/ 1545635 h 19928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27862" h="1992885">
                <a:moveTo>
                  <a:pt x="350" y="1545635"/>
                </a:moveTo>
                <a:cubicBezTo>
                  <a:pt x="241611" y="1102732"/>
                  <a:pt x="132385" y="672531"/>
                  <a:pt x="0" y="460406"/>
                </a:cubicBezTo>
                <a:cubicBezTo>
                  <a:pt x="138072" y="232182"/>
                  <a:pt x="564923" y="-134981"/>
                  <a:pt x="1134657" y="50720"/>
                </a:cubicBezTo>
                <a:cubicBezTo>
                  <a:pt x="1440374" y="139829"/>
                  <a:pt x="1827862" y="452178"/>
                  <a:pt x="1827862" y="995063"/>
                </a:cubicBezTo>
                <a:cubicBezTo>
                  <a:pt x="1827862" y="1537948"/>
                  <a:pt x="1430656" y="1857304"/>
                  <a:pt x="1124997" y="1949066"/>
                </a:cubicBezTo>
                <a:cubicBezTo>
                  <a:pt x="758163" y="2085904"/>
                  <a:pt x="180874" y="1888726"/>
                  <a:pt x="350" y="1545635"/>
                </a:cubicBezTo>
                <a:close/>
              </a:path>
            </a:pathLst>
          </a:cu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21556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4443258" cy="685800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445251" y="1143000"/>
            <a:ext cx="2286000" cy="22860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18230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30279" y="173194"/>
            <a:ext cx="42104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1016149" y="1991768"/>
            <a:ext cx="2499615" cy="2496312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3569226" y="1991768"/>
            <a:ext cx="2499615" cy="2496312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122303" y="1991768"/>
            <a:ext cx="2499615" cy="2496312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1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8675380" y="1991768"/>
            <a:ext cx="2499615" cy="2496312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14652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6371" y="173194"/>
            <a:ext cx="428860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5573895" y="1730732"/>
            <a:ext cx="1965960" cy="196596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3090226" y="2350712"/>
            <a:ext cx="1965960" cy="196596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4990029" y="4237906"/>
            <a:ext cx="1965960" cy="196596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1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7407541" y="3429000"/>
            <a:ext cx="1965960" cy="196596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63973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14648" y="173194"/>
            <a:ext cx="452306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3972752" y="3941232"/>
            <a:ext cx="2069460" cy="2066724"/>
          </a:xfrm>
          <a:prstGeom prst="teardrop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3"/>
          </p:nvPr>
        </p:nvSpPr>
        <p:spPr>
          <a:xfrm flipH="1">
            <a:off x="6149788" y="3941232"/>
            <a:ext cx="2066724" cy="2066724"/>
          </a:xfrm>
          <a:prstGeom prst="teardrop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3976024" y="1763893"/>
            <a:ext cx="2066307" cy="2065156"/>
          </a:xfrm>
          <a:custGeom>
            <a:avLst/>
            <a:gdLst>
              <a:gd name="connsiteX0" fmla="*/ 0 w 2069460"/>
              <a:gd name="connsiteY0" fmla="*/ 1033362 h 2066724"/>
              <a:gd name="connsiteX1" fmla="*/ 1034730 w 2069460"/>
              <a:gd name="connsiteY1" fmla="*/ 0 h 2066724"/>
              <a:gd name="connsiteX2" fmla="*/ 2069460 w 2069460"/>
              <a:gd name="connsiteY2" fmla="*/ 1033362 h 2066724"/>
              <a:gd name="connsiteX3" fmla="*/ 1034730 w 2069460"/>
              <a:gd name="connsiteY3" fmla="*/ 2066724 h 2066724"/>
              <a:gd name="connsiteX4" fmla="*/ 0 w 2069460"/>
              <a:gd name="connsiteY4" fmla="*/ 1033362 h 2066724"/>
              <a:gd name="connsiteX0" fmla="*/ 0 w 2178245"/>
              <a:gd name="connsiteY0" fmla="*/ 1033362 h 2194844"/>
              <a:gd name="connsiteX1" fmla="*/ 1034730 w 2178245"/>
              <a:gd name="connsiteY1" fmla="*/ 0 h 2194844"/>
              <a:gd name="connsiteX2" fmla="*/ 2069460 w 2178245"/>
              <a:gd name="connsiteY2" fmla="*/ 1033362 h 2194844"/>
              <a:gd name="connsiteX3" fmla="*/ 2066000 w 2178245"/>
              <a:gd name="connsiteY3" fmla="*/ 2064852 h 2194844"/>
              <a:gd name="connsiteX4" fmla="*/ 1034730 w 2178245"/>
              <a:gd name="connsiteY4" fmla="*/ 2066724 h 2194844"/>
              <a:gd name="connsiteX5" fmla="*/ 0 w 2178245"/>
              <a:gd name="connsiteY5" fmla="*/ 1033362 h 2194844"/>
              <a:gd name="connsiteX0" fmla="*/ 0 w 2171505"/>
              <a:gd name="connsiteY0" fmla="*/ 1034200 h 2195682"/>
              <a:gd name="connsiteX1" fmla="*/ 1034730 w 2171505"/>
              <a:gd name="connsiteY1" fmla="*/ 838 h 2195682"/>
              <a:gd name="connsiteX2" fmla="*/ 2053585 w 2171505"/>
              <a:gd name="connsiteY2" fmla="*/ 875450 h 2195682"/>
              <a:gd name="connsiteX3" fmla="*/ 2066000 w 2171505"/>
              <a:gd name="connsiteY3" fmla="*/ 2065690 h 2195682"/>
              <a:gd name="connsiteX4" fmla="*/ 1034730 w 2171505"/>
              <a:gd name="connsiteY4" fmla="*/ 2067562 h 2195682"/>
              <a:gd name="connsiteX5" fmla="*/ 0 w 2171505"/>
              <a:gd name="connsiteY5" fmla="*/ 1034200 h 2195682"/>
              <a:gd name="connsiteX0" fmla="*/ 420 w 2171925"/>
              <a:gd name="connsiteY0" fmla="*/ 1034200 h 2192527"/>
              <a:gd name="connsiteX1" fmla="*/ 1035150 w 2171925"/>
              <a:gd name="connsiteY1" fmla="*/ 838 h 2192527"/>
              <a:gd name="connsiteX2" fmla="*/ 2054005 w 2171925"/>
              <a:gd name="connsiteY2" fmla="*/ 875450 h 2192527"/>
              <a:gd name="connsiteX3" fmla="*/ 2066420 w 2171925"/>
              <a:gd name="connsiteY3" fmla="*/ 2065690 h 2192527"/>
              <a:gd name="connsiteX4" fmla="*/ 924025 w 2171925"/>
              <a:gd name="connsiteY4" fmla="*/ 2061212 h 2192527"/>
              <a:gd name="connsiteX5" fmla="*/ 420 w 2171925"/>
              <a:gd name="connsiteY5" fmla="*/ 1034200 h 2192527"/>
              <a:gd name="connsiteX0" fmla="*/ 420 w 2171925"/>
              <a:gd name="connsiteY0" fmla="*/ 1034200 h 2192527"/>
              <a:gd name="connsiteX1" fmla="*/ 1035150 w 2171925"/>
              <a:gd name="connsiteY1" fmla="*/ 838 h 2192527"/>
              <a:gd name="connsiteX2" fmla="*/ 2054005 w 2171925"/>
              <a:gd name="connsiteY2" fmla="*/ 875450 h 2192527"/>
              <a:gd name="connsiteX3" fmla="*/ 2066420 w 2171925"/>
              <a:gd name="connsiteY3" fmla="*/ 2065690 h 2192527"/>
              <a:gd name="connsiteX4" fmla="*/ 924025 w 2171925"/>
              <a:gd name="connsiteY4" fmla="*/ 2061212 h 2192527"/>
              <a:gd name="connsiteX5" fmla="*/ 420 w 2171925"/>
              <a:gd name="connsiteY5" fmla="*/ 1034200 h 2192527"/>
              <a:gd name="connsiteX0" fmla="*/ 420 w 2171925"/>
              <a:gd name="connsiteY0" fmla="*/ 1035418 h 2193745"/>
              <a:gd name="connsiteX1" fmla="*/ 1035150 w 2171925"/>
              <a:gd name="connsiteY1" fmla="*/ 2056 h 2193745"/>
              <a:gd name="connsiteX2" fmla="*/ 2054005 w 2171925"/>
              <a:gd name="connsiteY2" fmla="*/ 876668 h 2193745"/>
              <a:gd name="connsiteX3" fmla="*/ 2066420 w 2171925"/>
              <a:gd name="connsiteY3" fmla="*/ 2066908 h 2193745"/>
              <a:gd name="connsiteX4" fmla="*/ 924025 w 2171925"/>
              <a:gd name="connsiteY4" fmla="*/ 2062430 h 2193745"/>
              <a:gd name="connsiteX5" fmla="*/ 420 w 2171925"/>
              <a:gd name="connsiteY5" fmla="*/ 1035418 h 2193745"/>
              <a:gd name="connsiteX0" fmla="*/ 420 w 2171925"/>
              <a:gd name="connsiteY0" fmla="*/ 1035947 h 2194274"/>
              <a:gd name="connsiteX1" fmla="*/ 1035150 w 2171925"/>
              <a:gd name="connsiteY1" fmla="*/ 2585 h 2194274"/>
              <a:gd name="connsiteX2" fmla="*/ 2054005 w 2171925"/>
              <a:gd name="connsiteY2" fmla="*/ 877197 h 2194274"/>
              <a:gd name="connsiteX3" fmla="*/ 2066420 w 2171925"/>
              <a:gd name="connsiteY3" fmla="*/ 2067437 h 2194274"/>
              <a:gd name="connsiteX4" fmla="*/ 924025 w 2171925"/>
              <a:gd name="connsiteY4" fmla="*/ 2062959 h 2194274"/>
              <a:gd name="connsiteX5" fmla="*/ 420 w 2171925"/>
              <a:gd name="connsiteY5" fmla="*/ 1035947 h 2194274"/>
              <a:gd name="connsiteX0" fmla="*/ 420 w 2171925"/>
              <a:gd name="connsiteY0" fmla="*/ 1034200 h 2192527"/>
              <a:gd name="connsiteX1" fmla="*/ 1035150 w 2171925"/>
              <a:gd name="connsiteY1" fmla="*/ 838 h 2192527"/>
              <a:gd name="connsiteX2" fmla="*/ 2054005 w 2171925"/>
              <a:gd name="connsiteY2" fmla="*/ 875450 h 2192527"/>
              <a:gd name="connsiteX3" fmla="*/ 2066420 w 2171925"/>
              <a:gd name="connsiteY3" fmla="*/ 2065690 h 2192527"/>
              <a:gd name="connsiteX4" fmla="*/ 924025 w 2171925"/>
              <a:gd name="connsiteY4" fmla="*/ 2061212 h 2192527"/>
              <a:gd name="connsiteX5" fmla="*/ 420 w 2171925"/>
              <a:gd name="connsiteY5" fmla="*/ 1034200 h 2192527"/>
              <a:gd name="connsiteX0" fmla="*/ 938 w 2172443"/>
              <a:gd name="connsiteY0" fmla="*/ 1034200 h 2192527"/>
              <a:gd name="connsiteX1" fmla="*/ 1035668 w 2172443"/>
              <a:gd name="connsiteY1" fmla="*/ 838 h 2192527"/>
              <a:gd name="connsiteX2" fmla="*/ 2054523 w 2172443"/>
              <a:gd name="connsiteY2" fmla="*/ 875450 h 2192527"/>
              <a:gd name="connsiteX3" fmla="*/ 2066938 w 2172443"/>
              <a:gd name="connsiteY3" fmla="*/ 2065690 h 2192527"/>
              <a:gd name="connsiteX4" fmla="*/ 924543 w 2172443"/>
              <a:gd name="connsiteY4" fmla="*/ 2061212 h 2192527"/>
              <a:gd name="connsiteX5" fmla="*/ 938 w 2172443"/>
              <a:gd name="connsiteY5" fmla="*/ 1034200 h 2192527"/>
              <a:gd name="connsiteX0" fmla="*/ 938 w 2172443"/>
              <a:gd name="connsiteY0" fmla="*/ 1034200 h 2146252"/>
              <a:gd name="connsiteX1" fmla="*/ 1035668 w 2172443"/>
              <a:gd name="connsiteY1" fmla="*/ 838 h 2146252"/>
              <a:gd name="connsiteX2" fmla="*/ 2054523 w 2172443"/>
              <a:gd name="connsiteY2" fmla="*/ 875450 h 2146252"/>
              <a:gd name="connsiteX3" fmla="*/ 2066938 w 2172443"/>
              <a:gd name="connsiteY3" fmla="*/ 2065690 h 2146252"/>
              <a:gd name="connsiteX4" fmla="*/ 924543 w 2172443"/>
              <a:gd name="connsiteY4" fmla="*/ 2061212 h 2146252"/>
              <a:gd name="connsiteX5" fmla="*/ 938 w 2172443"/>
              <a:gd name="connsiteY5" fmla="*/ 1034200 h 2146252"/>
              <a:gd name="connsiteX0" fmla="*/ 938 w 2172443"/>
              <a:gd name="connsiteY0" fmla="*/ 1034200 h 2146252"/>
              <a:gd name="connsiteX1" fmla="*/ 1035668 w 2172443"/>
              <a:gd name="connsiteY1" fmla="*/ 838 h 2146252"/>
              <a:gd name="connsiteX2" fmla="*/ 2054523 w 2172443"/>
              <a:gd name="connsiteY2" fmla="*/ 875450 h 2146252"/>
              <a:gd name="connsiteX3" fmla="*/ 2066938 w 2172443"/>
              <a:gd name="connsiteY3" fmla="*/ 2065690 h 2146252"/>
              <a:gd name="connsiteX4" fmla="*/ 924543 w 2172443"/>
              <a:gd name="connsiteY4" fmla="*/ 2061212 h 2146252"/>
              <a:gd name="connsiteX5" fmla="*/ 938 w 2172443"/>
              <a:gd name="connsiteY5" fmla="*/ 1034200 h 2146252"/>
              <a:gd name="connsiteX0" fmla="*/ 185 w 2171690"/>
              <a:gd name="connsiteY0" fmla="*/ 1034200 h 2146252"/>
              <a:gd name="connsiteX1" fmla="*/ 1034915 w 2171690"/>
              <a:gd name="connsiteY1" fmla="*/ 838 h 2146252"/>
              <a:gd name="connsiteX2" fmla="*/ 2053770 w 2171690"/>
              <a:gd name="connsiteY2" fmla="*/ 875450 h 2146252"/>
              <a:gd name="connsiteX3" fmla="*/ 2066185 w 2171690"/>
              <a:gd name="connsiteY3" fmla="*/ 2065690 h 2146252"/>
              <a:gd name="connsiteX4" fmla="*/ 923790 w 2171690"/>
              <a:gd name="connsiteY4" fmla="*/ 2061212 h 2146252"/>
              <a:gd name="connsiteX5" fmla="*/ 185 w 2171690"/>
              <a:gd name="connsiteY5" fmla="*/ 1034200 h 2146252"/>
              <a:gd name="connsiteX0" fmla="*/ 185 w 2171690"/>
              <a:gd name="connsiteY0" fmla="*/ 1033666 h 2145718"/>
              <a:gd name="connsiteX1" fmla="*/ 1034915 w 2171690"/>
              <a:gd name="connsiteY1" fmla="*/ 304 h 2145718"/>
              <a:gd name="connsiteX2" fmla="*/ 2053770 w 2171690"/>
              <a:gd name="connsiteY2" fmla="*/ 874916 h 2145718"/>
              <a:gd name="connsiteX3" fmla="*/ 2066185 w 2171690"/>
              <a:gd name="connsiteY3" fmla="*/ 2065156 h 2145718"/>
              <a:gd name="connsiteX4" fmla="*/ 923790 w 2171690"/>
              <a:gd name="connsiteY4" fmla="*/ 2060678 h 2145718"/>
              <a:gd name="connsiteX5" fmla="*/ 185 w 2171690"/>
              <a:gd name="connsiteY5" fmla="*/ 1033666 h 2145718"/>
              <a:gd name="connsiteX0" fmla="*/ 185 w 2111015"/>
              <a:gd name="connsiteY0" fmla="*/ 1033666 h 2145718"/>
              <a:gd name="connsiteX1" fmla="*/ 1034915 w 2111015"/>
              <a:gd name="connsiteY1" fmla="*/ 304 h 2145718"/>
              <a:gd name="connsiteX2" fmla="*/ 2053770 w 2111015"/>
              <a:gd name="connsiteY2" fmla="*/ 874916 h 2145718"/>
              <a:gd name="connsiteX3" fmla="*/ 2066185 w 2111015"/>
              <a:gd name="connsiteY3" fmla="*/ 2065156 h 2145718"/>
              <a:gd name="connsiteX4" fmla="*/ 923790 w 2111015"/>
              <a:gd name="connsiteY4" fmla="*/ 2060678 h 2145718"/>
              <a:gd name="connsiteX5" fmla="*/ 185 w 2111015"/>
              <a:gd name="connsiteY5" fmla="*/ 1033666 h 2145718"/>
              <a:gd name="connsiteX0" fmla="*/ 185 w 2066492"/>
              <a:gd name="connsiteY0" fmla="*/ 1033666 h 2145718"/>
              <a:gd name="connsiteX1" fmla="*/ 1034915 w 2066492"/>
              <a:gd name="connsiteY1" fmla="*/ 304 h 2145718"/>
              <a:gd name="connsiteX2" fmla="*/ 2053770 w 2066492"/>
              <a:gd name="connsiteY2" fmla="*/ 874916 h 2145718"/>
              <a:gd name="connsiteX3" fmla="*/ 2066185 w 2066492"/>
              <a:gd name="connsiteY3" fmla="*/ 2065156 h 2145718"/>
              <a:gd name="connsiteX4" fmla="*/ 923790 w 2066492"/>
              <a:gd name="connsiteY4" fmla="*/ 2060678 h 2145718"/>
              <a:gd name="connsiteX5" fmla="*/ 185 w 2066492"/>
              <a:gd name="connsiteY5" fmla="*/ 1033666 h 2145718"/>
              <a:gd name="connsiteX0" fmla="*/ 185 w 2066492"/>
              <a:gd name="connsiteY0" fmla="*/ 1033666 h 2072284"/>
              <a:gd name="connsiteX1" fmla="*/ 1034915 w 2066492"/>
              <a:gd name="connsiteY1" fmla="*/ 304 h 2072284"/>
              <a:gd name="connsiteX2" fmla="*/ 2053770 w 2066492"/>
              <a:gd name="connsiteY2" fmla="*/ 874916 h 2072284"/>
              <a:gd name="connsiteX3" fmla="*/ 2066185 w 2066492"/>
              <a:gd name="connsiteY3" fmla="*/ 2065156 h 2072284"/>
              <a:gd name="connsiteX4" fmla="*/ 923790 w 2066492"/>
              <a:gd name="connsiteY4" fmla="*/ 2060678 h 2072284"/>
              <a:gd name="connsiteX5" fmla="*/ 185 w 2066492"/>
              <a:gd name="connsiteY5" fmla="*/ 1033666 h 2072284"/>
              <a:gd name="connsiteX0" fmla="*/ 185 w 2066492"/>
              <a:gd name="connsiteY0" fmla="*/ 1033666 h 2065156"/>
              <a:gd name="connsiteX1" fmla="*/ 1034915 w 2066492"/>
              <a:gd name="connsiteY1" fmla="*/ 304 h 2065156"/>
              <a:gd name="connsiteX2" fmla="*/ 2053770 w 2066492"/>
              <a:gd name="connsiteY2" fmla="*/ 874916 h 2065156"/>
              <a:gd name="connsiteX3" fmla="*/ 2066185 w 2066492"/>
              <a:gd name="connsiteY3" fmla="*/ 2065156 h 2065156"/>
              <a:gd name="connsiteX4" fmla="*/ 923790 w 2066492"/>
              <a:gd name="connsiteY4" fmla="*/ 2060678 h 2065156"/>
              <a:gd name="connsiteX5" fmla="*/ 185 w 2066492"/>
              <a:gd name="connsiteY5" fmla="*/ 1033666 h 2065156"/>
              <a:gd name="connsiteX0" fmla="*/ 185 w 2066492"/>
              <a:gd name="connsiteY0" fmla="*/ 1033666 h 2065156"/>
              <a:gd name="connsiteX1" fmla="*/ 1034915 w 2066492"/>
              <a:gd name="connsiteY1" fmla="*/ 304 h 2065156"/>
              <a:gd name="connsiteX2" fmla="*/ 2053770 w 2066492"/>
              <a:gd name="connsiteY2" fmla="*/ 874916 h 2065156"/>
              <a:gd name="connsiteX3" fmla="*/ 2066185 w 2066492"/>
              <a:gd name="connsiteY3" fmla="*/ 2065156 h 2065156"/>
              <a:gd name="connsiteX4" fmla="*/ 923790 w 2066492"/>
              <a:gd name="connsiteY4" fmla="*/ 2060678 h 2065156"/>
              <a:gd name="connsiteX5" fmla="*/ 185 w 2066492"/>
              <a:gd name="connsiteY5" fmla="*/ 1033666 h 2065156"/>
              <a:gd name="connsiteX0" fmla="*/ 200 w 2066507"/>
              <a:gd name="connsiteY0" fmla="*/ 1033666 h 2065156"/>
              <a:gd name="connsiteX1" fmla="*/ 1034930 w 2066507"/>
              <a:gd name="connsiteY1" fmla="*/ 304 h 2065156"/>
              <a:gd name="connsiteX2" fmla="*/ 2053785 w 2066507"/>
              <a:gd name="connsiteY2" fmla="*/ 874916 h 2065156"/>
              <a:gd name="connsiteX3" fmla="*/ 2066200 w 2066507"/>
              <a:gd name="connsiteY3" fmla="*/ 2065156 h 2065156"/>
              <a:gd name="connsiteX4" fmla="*/ 923805 w 2066507"/>
              <a:gd name="connsiteY4" fmla="*/ 2060678 h 2065156"/>
              <a:gd name="connsiteX5" fmla="*/ 200 w 2066507"/>
              <a:gd name="connsiteY5" fmla="*/ 1033666 h 2065156"/>
              <a:gd name="connsiteX0" fmla="*/ 200 w 2066507"/>
              <a:gd name="connsiteY0" fmla="*/ 1033666 h 2065156"/>
              <a:gd name="connsiteX1" fmla="*/ 1034930 w 2066507"/>
              <a:gd name="connsiteY1" fmla="*/ 304 h 2065156"/>
              <a:gd name="connsiteX2" fmla="*/ 2053785 w 2066507"/>
              <a:gd name="connsiteY2" fmla="*/ 874916 h 2065156"/>
              <a:gd name="connsiteX3" fmla="*/ 2066200 w 2066507"/>
              <a:gd name="connsiteY3" fmla="*/ 2065156 h 2065156"/>
              <a:gd name="connsiteX4" fmla="*/ 923805 w 2066507"/>
              <a:gd name="connsiteY4" fmla="*/ 2060678 h 2065156"/>
              <a:gd name="connsiteX5" fmla="*/ 200 w 2066507"/>
              <a:gd name="connsiteY5" fmla="*/ 1033666 h 2065156"/>
              <a:gd name="connsiteX0" fmla="*/ 0 w 2066307"/>
              <a:gd name="connsiteY0" fmla="*/ 1033666 h 2065156"/>
              <a:gd name="connsiteX1" fmla="*/ 1034730 w 2066307"/>
              <a:gd name="connsiteY1" fmla="*/ 304 h 2065156"/>
              <a:gd name="connsiteX2" fmla="*/ 2053585 w 2066307"/>
              <a:gd name="connsiteY2" fmla="*/ 874916 h 2065156"/>
              <a:gd name="connsiteX3" fmla="*/ 2066000 w 2066307"/>
              <a:gd name="connsiteY3" fmla="*/ 2065156 h 2065156"/>
              <a:gd name="connsiteX4" fmla="*/ 923605 w 2066307"/>
              <a:gd name="connsiteY4" fmla="*/ 2060678 h 2065156"/>
              <a:gd name="connsiteX5" fmla="*/ 0 w 2066307"/>
              <a:gd name="connsiteY5" fmla="*/ 1033666 h 2065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66307" h="2065156">
                <a:moveTo>
                  <a:pt x="0" y="1033666"/>
                </a:moveTo>
                <a:cubicBezTo>
                  <a:pt x="12171" y="388645"/>
                  <a:pt x="505141" y="14062"/>
                  <a:pt x="1034730" y="304"/>
                </a:cubicBezTo>
                <a:cubicBezTo>
                  <a:pt x="1564319" y="-13454"/>
                  <a:pt x="1999711" y="443462"/>
                  <a:pt x="2053585" y="874916"/>
                </a:cubicBezTo>
                <a:cubicBezTo>
                  <a:pt x="2066184" y="1055545"/>
                  <a:pt x="2067005" y="1867529"/>
                  <a:pt x="2066000" y="2065156"/>
                </a:cubicBezTo>
                <a:lnTo>
                  <a:pt x="923605" y="2060678"/>
                </a:lnTo>
                <a:cubicBezTo>
                  <a:pt x="531647" y="2025288"/>
                  <a:pt x="6879" y="1678687"/>
                  <a:pt x="0" y="1033666"/>
                </a:cubicBezTo>
                <a:close/>
              </a:path>
            </a:pathLst>
          </a:cu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3" name="Picture Placeholder 2"/>
          <p:cNvSpPr>
            <a:spLocks noGrp="1"/>
          </p:cNvSpPr>
          <p:nvPr>
            <p:ph type="pic" sz="quarter" idx="17"/>
          </p:nvPr>
        </p:nvSpPr>
        <p:spPr>
          <a:xfrm flipH="1">
            <a:off x="6149788" y="1763893"/>
            <a:ext cx="2066544" cy="2065156"/>
          </a:xfrm>
          <a:custGeom>
            <a:avLst/>
            <a:gdLst>
              <a:gd name="connsiteX0" fmla="*/ 0 w 2069460"/>
              <a:gd name="connsiteY0" fmla="*/ 1033362 h 2066724"/>
              <a:gd name="connsiteX1" fmla="*/ 1034730 w 2069460"/>
              <a:gd name="connsiteY1" fmla="*/ 0 h 2066724"/>
              <a:gd name="connsiteX2" fmla="*/ 2069460 w 2069460"/>
              <a:gd name="connsiteY2" fmla="*/ 1033362 h 2066724"/>
              <a:gd name="connsiteX3" fmla="*/ 1034730 w 2069460"/>
              <a:gd name="connsiteY3" fmla="*/ 2066724 h 2066724"/>
              <a:gd name="connsiteX4" fmla="*/ 0 w 2069460"/>
              <a:gd name="connsiteY4" fmla="*/ 1033362 h 2066724"/>
              <a:gd name="connsiteX0" fmla="*/ 0 w 2178245"/>
              <a:gd name="connsiteY0" fmla="*/ 1033362 h 2194844"/>
              <a:gd name="connsiteX1" fmla="*/ 1034730 w 2178245"/>
              <a:gd name="connsiteY1" fmla="*/ 0 h 2194844"/>
              <a:gd name="connsiteX2" fmla="*/ 2069460 w 2178245"/>
              <a:gd name="connsiteY2" fmla="*/ 1033362 h 2194844"/>
              <a:gd name="connsiteX3" fmla="*/ 2066000 w 2178245"/>
              <a:gd name="connsiteY3" fmla="*/ 2064852 h 2194844"/>
              <a:gd name="connsiteX4" fmla="*/ 1034730 w 2178245"/>
              <a:gd name="connsiteY4" fmla="*/ 2066724 h 2194844"/>
              <a:gd name="connsiteX5" fmla="*/ 0 w 2178245"/>
              <a:gd name="connsiteY5" fmla="*/ 1033362 h 2194844"/>
              <a:gd name="connsiteX0" fmla="*/ 0 w 2171505"/>
              <a:gd name="connsiteY0" fmla="*/ 1034200 h 2195682"/>
              <a:gd name="connsiteX1" fmla="*/ 1034730 w 2171505"/>
              <a:gd name="connsiteY1" fmla="*/ 838 h 2195682"/>
              <a:gd name="connsiteX2" fmla="*/ 2053585 w 2171505"/>
              <a:gd name="connsiteY2" fmla="*/ 875450 h 2195682"/>
              <a:gd name="connsiteX3" fmla="*/ 2066000 w 2171505"/>
              <a:gd name="connsiteY3" fmla="*/ 2065690 h 2195682"/>
              <a:gd name="connsiteX4" fmla="*/ 1034730 w 2171505"/>
              <a:gd name="connsiteY4" fmla="*/ 2067562 h 2195682"/>
              <a:gd name="connsiteX5" fmla="*/ 0 w 2171505"/>
              <a:gd name="connsiteY5" fmla="*/ 1034200 h 2195682"/>
              <a:gd name="connsiteX0" fmla="*/ 420 w 2171925"/>
              <a:gd name="connsiteY0" fmla="*/ 1034200 h 2192527"/>
              <a:gd name="connsiteX1" fmla="*/ 1035150 w 2171925"/>
              <a:gd name="connsiteY1" fmla="*/ 838 h 2192527"/>
              <a:gd name="connsiteX2" fmla="*/ 2054005 w 2171925"/>
              <a:gd name="connsiteY2" fmla="*/ 875450 h 2192527"/>
              <a:gd name="connsiteX3" fmla="*/ 2066420 w 2171925"/>
              <a:gd name="connsiteY3" fmla="*/ 2065690 h 2192527"/>
              <a:gd name="connsiteX4" fmla="*/ 924025 w 2171925"/>
              <a:gd name="connsiteY4" fmla="*/ 2061212 h 2192527"/>
              <a:gd name="connsiteX5" fmla="*/ 420 w 2171925"/>
              <a:gd name="connsiteY5" fmla="*/ 1034200 h 2192527"/>
              <a:gd name="connsiteX0" fmla="*/ 420 w 2171925"/>
              <a:gd name="connsiteY0" fmla="*/ 1034200 h 2192527"/>
              <a:gd name="connsiteX1" fmla="*/ 1035150 w 2171925"/>
              <a:gd name="connsiteY1" fmla="*/ 838 h 2192527"/>
              <a:gd name="connsiteX2" fmla="*/ 2054005 w 2171925"/>
              <a:gd name="connsiteY2" fmla="*/ 875450 h 2192527"/>
              <a:gd name="connsiteX3" fmla="*/ 2066420 w 2171925"/>
              <a:gd name="connsiteY3" fmla="*/ 2065690 h 2192527"/>
              <a:gd name="connsiteX4" fmla="*/ 924025 w 2171925"/>
              <a:gd name="connsiteY4" fmla="*/ 2061212 h 2192527"/>
              <a:gd name="connsiteX5" fmla="*/ 420 w 2171925"/>
              <a:gd name="connsiteY5" fmla="*/ 1034200 h 2192527"/>
              <a:gd name="connsiteX0" fmla="*/ 420 w 2171925"/>
              <a:gd name="connsiteY0" fmla="*/ 1035418 h 2193745"/>
              <a:gd name="connsiteX1" fmla="*/ 1035150 w 2171925"/>
              <a:gd name="connsiteY1" fmla="*/ 2056 h 2193745"/>
              <a:gd name="connsiteX2" fmla="*/ 2054005 w 2171925"/>
              <a:gd name="connsiteY2" fmla="*/ 876668 h 2193745"/>
              <a:gd name="connsiteX3" fmla="*/ 2066420 w 2171925"/>
              <a:gd name="connsiteY3" fmla="*/ 2066908 h 2193745"/>
              <a:gd name="connsiteX4" fmla="*/ 924025 w 2171925"/>
              <a:gd name="connsiteY4" fmla="*/ 2062430 h 2193745"/>
              <a:gd name="connsiteX5" fmla="*/ 420 w 2171925"/>
              <a:gd name="connsiteY5" fmla="*/ 1035418 h 2193745"/>
              <a:gd name="connsiteX0" fmla="*/ 420 w 2171925"/>
              <a:gd name="connsiteY0" fmla="*/ 1035947 h 2194274"/>
              <a:gd name="connsiteX1" fmla="*/ 1035150 w 2171925"/>
              <a:gd name="connsiteY1" fmla="*/ 2585 h 2194274"/>
              <a:gd name="connsiteX2" fmla="*/ 2054005 w 2171925"/>
              <a:gd name="connsiteY2" fmla="*/ 877197 h 2194274"/>
              <a:gd name="connsiteX3" fmla="*/ 2066420 w 2171925"/>
              <a:gd name="connsiteY3" fmla="*/ 2067437 h 2194274"/>
              <a:gd name="connsiteX4" fmla="*/ 924025 w 2171925"/>
              <a:gd name="connsiteY4" fmla="*/ 2062959 h 2194274"/>
              <a:gd name="connsiteX5" fmla="*/ 420 w 2171925"/>
              <a:gd name="connsiteY5" fmla="*/ 1035947 h 2194274"/>
              <a:gd name="connsiteX0" fmla="*/ 420 w 2171925"/>
              <a:gd name="connsiteY0" fmla="*/ 1034200 h 2192527"/>
              <a:gd name="connsiteX1" fmla="*/ 1035150 w 2171925"/>
              <a:gd name="connsiteY1" fmla="*/ 838 h 2192527"/>
              <a:gd name="connsiteX2" fmla="*/ 2054005 w 2171925"/>
              <a:gd name="connsiteY2" fmla="*/ 875450 h 2192527"/>
              <a:gd name="connsiteX3" fmla="*/ 2066420 w 2171925"/>
              <a:gd name="connsiteY3" fmla="*/ 2065690 h 2192527"/>
              <a:gd name="connsiteX4" fmla="*/ 924025 w 2171925"/>
              <a:gd name="connsiteY4" fmla="*/ 2061212 h 2192527"/>
              <a:gd name="connsiteX5" fmla="*/ 420 w 2171925"/>
              <a:gd name="connsiteY5" fmla="*/ 1034200 h 2192527"/>
              <a:gd name="connsiteX0" fmla="*/ 938 w 2172443"/>
              <a:gd name="connsiteY0" fmla="*/ 1034200 h 2192527"/>
              <a:gd name="connsiteX1" fmla="*/ 1035668 w 2172443"/>
              <a:gd name="connsiteY1" fmla="*/ 838 h 2192527"/>
              <a:gd name="connsiteX2" fmla="*/ 2054523 w 2172443"/>
              <a:gd name="connsiteY2" fmla="*/ 875450 h 2192527"/>
              <a:gd name="connsiteX3" fmla="*/ 2066938 w 2172443"/>
              <a:gd name="connsiteY3" fmla="*/ 2065690 h 2192527"/>
              <a:gd name="connsiteX4" fmla="*/ 924543 w 2172443"/>
              <a:gd name="connsiteY4" fmla="*/ 2061212 h 2192527"/>
              <a:gd name="connsiteX5" fmla="*/ 938 w 2172443"/>
              <a:gd name="connsiteY5" fmla="*/ 1034200 h 2192527"/>
              <a:gd name="connsiteX0" fmla="*/ 938 w 2172443"/>
              <a:gd name="connsiteY0" fmla="*/ 1034200 h 2146252"/>
              <a:gd name="connsiteX1" fmla="*/ 1035668 w 2172443"/>
              <a:gd name="connsiteY1" fmla="*/ 838 h 2146252"/>
              <a:gd name="connsiteX2" fmla="*/ 2054523 w 2172443"/>
              <a:gd name="connsiteY2" fmla="*/ 875450 h 2146252"/>
              <a:gd name="connsiteX3" fmla="*/ 2066938 w 2172443"/>
              <a:gd name="connsiteY3" fmla="*/ 2065690 h 2146252"/>
              <a:gd name="connsiteX4" fmla="*/ 924543 w 2172443"/>
              <a:gd name="connsiteY4" fmla="*/ 2061212 h 2146252"/>
              <a:gd name="connsiteX5" fmla="*/ 938 w 2172443"/>
              <a:gd name="connsiteY5" fmla="*/ 1034200 h 2146252"/>
              <a:gd name="connsiteX0" fmla="*/ 938 w 2172443"/>
              <a:gd name="connsiteY0" fmla="*/ 1034200 h 2146252"/>
              <a:gd name="connsiteX1" fmla="*/ 1035668 w 2172443"/>
              <a:gd name="connsiteY1" fmla="*/ 838 h 2146252"/>
              <a:gd name="connsiteX2" fmla="*/ 2054523 w 2172443"/>
              <a:gd name="connsiteY2" fmla="*/ 875450 h 2146252"/>
              <a:gd name="connsiteX3" fmla="*/ 2066938 w 2172443"/>
              <a:gd name="connsiteY3" fmla="*/ 2065690 h 2146252"/>
              <a:gd name="connsiteX4" fmla="*/ 924543 w 2172443"/>
              <a:gd name="connsiteY4" fmla="*/ 2061212 h 2146252"/>
              <a:gd name="connsiteX5" fmla="*/ 938 w 2172443"/>
              <a:gd name="connsiteY5" fmla="*/ 1034200 h 2146252"/>
              <a:gd name="connsiteX0" fmla="*/ 185 w 2171690"/>
              <a:gd name="connsiteY0" fmla="*/ 1034200 h 2146252"/>
              <a:gd name="connsiteX1" fmla="*/ 1034915 w 2171690"/>
              <a:gd name="connsiteY1" fmla="*/ 838 h 2146252"/>
              <a:gd name="connsiteX2" fmla="*/ 2053770 w 2171690"/>
              <a:gd name="connsiteY2" fmla="*/ 875450 h 2146252"/>
              <a:gd name="connsiteX3" fmla="*/ 2066185 w 2171690"/>
              <a:gd name="connsiteY3" fmla="*/ 2065690 h 2146252"/>
              <a:gd name="connsiteX4" fmla="*/ 923790 w 2171690"/>
              <a:gd name="connsiteY4" fmla="*/ 2061212 h 2146252"/>
              <a:gd name="connsiteX5" fmla="*/ 185 w 2171690"/>
              <a:gd name="connsiteY5" fmla="*/ 1034200 h 2146252"/>
              <a:gd name="connsiteX0" fmla="*/ 185 w 2171690"/>
              <a:gd name="connsiteY0" fmla="*/ 1033666 h 2145718"/>
              <a:gd name="connsiteX1" fmla="*/ 1034915 w 2171690"/>
              <a:gd name="connsiteY1" fmla="*/ 304 h 2145718"/>
              <a:gd name="connsiteX2" fmla="*/ 2053770 w 2171690"/>
              <a:gd name="connsiteY2" fmla="*/ 874916 h 2145718"/>
              <a:gd name="connsiteX3" fmla="*/ 2066185 w 2171690"/>
              <a:gd name="connsiteY3" fmla="*/ 2065156 h 2145718"/>
              <a:gd name="connsiteX4" fmla="*/ 923790 w 2171690"/>
              <a:gd name="connsiteY4" fmla="*/ 2060678 h 2145718"/>
              <a:gd name="connsiteX5" fmla="*/ 185 w 2171690"/>
              <a:gd name="connsiteY5" fmla="*/ 1033666 h 2145718"/>
              <a:gd name="connsiteX0" fmla="*/ 185 w 2111015"/>
              <a:gd name="connsiteY0" fmla="*/ 1033666 h 2145718"/>
              <a:gd name="connsiteX1" fmla="*/ 1034915 w 2111015"/>
              <a:gd name="connsiteY1" fmla="*/ 304 h 2145718"/>
              <a:gd name="connsiteX2" fmla="*/ 2053770 w 2111015"/>
              <a:gd name="connsiteY2" fmla="*/ 874916 h 2145718"/>
              <a:gd name="connsiteX3" fmla="*/ 2066185 w 2111015"/>
              <a:gd name="connsiteY3" fmla="*/ 2065156 h 2145718"/>
              <a:gd name="connsiteX4" fmla="*/ 923790 w 2111015"/>
              <a:gd name="connsiteY4" fmla="*/ 2060678 h 2145718"/>
              <a:gd name="connsiteX5" fmla="*/ 185 w 2111015"/>
              <a:gd name="connsiteY5" fmla="*/ 1033666 h 2145718"/>
              <a:gd name="connsiteX0" fmla="*/ 185 w 2066492"/>
              <a:gd name="connsiteY0" fmla="*/ 1033666 h 2145718"/>
              <a:gd name="connsiteX1" fmla="*/ 1034915 w 2066492"/>
              <a:gd name="connsiteY1" fmla="*/ 304 h 2145718"/>
              <a:gd name="connsiteX2" fmla="*/ 2053770 w 2066492"/>
              <a:gd name="connsiteY2" fmla="*/ 874916 h 2145718"/>
              <a:gd name="connsiteX3" fmla="*/ 2066185 w 2066492"/>
              <a:gd name="connsiteY3" fmla="*/ 2065156 h 2145718"/>
              <a:gd name="connsiteX4" fmla="*/ 923790 w 2066492"/>
              <a:gd name="connsiteY4" fmla="*/ 2060678 h 2145718"/>
              <a:gd name="connsiteX5" fmla="*/ 185 w 2066492"/>
              <a:gd name="connsiteY5" fmla="*/ 1033666 h 2145718"/>
              <a:gd name="connsiteX0" fmla="*/ 185 w 2066492"/>
              <a:gd name="connsiteY0" fmla="*/ 1033666 h 2072284"/>
              <a:gd name="connsiteX1" fmla="*/ 1034915 w 2066492"/>
              <a:gd name="connsiteY1" fmla="*/ 304 h 2072284"/>
              <a:gd name="connsiteX2" fmla="*/ 2053770 w 2066492"/>
              <a:gd name="connsiteY2" fmla="*/ 874916 h 2072284"/>
              <a:gd name="connsiteX3" fmla="*/ 2066185 w 2066492"/>
              <a:gd name="connsiteY3" fmla="*/ 2065156 h 2072284"/>
              <a:gd name="connsiteX4" fmla="*/ 923790 w 2066492"/>
              <a:gd name="connsiteY4" fmla="*/ 2060678 h 2072284"/>
              <a:gd name="connsiteX5" fmla="*/ 185 w 2066492"/>
              <a:gd name="connsiteY5" fmla="*/ 1033666 h 2072284"/>
              <a:gd name="connsiteX0" fmla="*/ 185 w 2066492"/>
              <a:gd name="connsiteY0" fmla="*/ 1033666 h 2065156"/>
              <a:gd name="connsiteX1" fmla="*/ 1034915 w 2066492"/>
              <a:gd name="connsiteY1" fmla="*/ 304 h 2065156"/>
              <a:gd name="connsiteX2" fmla="*/ 2053770 w 2066492"/>
              <a:gd name="connsiteY2" fmla="*/ 874916 h 2065156"/>
              <a:gd name="connsiteX3" fmla="*/ 2066185 w 2066492"/>
              <a:gd name="connsiteY3" fmla="*/ 2065156 h 2065156"/>
              <a:gd name="connsiteX4" fmla="*/ 923790 w 2066492"/>
              <a:gd name="connsiteY4" fmla="*/ 2060678 h 2065156"/>
              <a:gd name="connsiteX5" fmla="*/ 185 w 2066492"/>
              <a:gd name="connsiteY5" fmla="*/ 1033666 h 2065156"/>
              <a:gd name="connsiteX0" fmla="*/ 185 w 2066492"/>
              <a:gd name="connsiteY0" fmla="*/ 1033666 h 2065156"/>
              <a:gd name="connsiteX1" fmla="*/ 1034915 w 2066492"/>
              <a:gd name="connsiteY1" fmla="*/ 304 h 2065156"/>
              <a:gd name="connsiteX2" fmla="*/ 2053770 w 2066492"/>
              <a:gd name="connsiteY2" fmla="*/ 874916 h 2065156"/>
              <a:gd name="connsiteX3" fmla="*/ 2066185 w 2066492"/>
              <a:gd name="connsiteY3" fmla="*/ 2065156 h 2065156"/>
              <a:gd name="connsiteX4" fmla="*/ 923790 w 2066492"/>
              <a:gd name="connsiteY4" fmla="*/ 2060678 h 2065156"/>
              <a:gd name="connsiteX5" fmla="*/ 185 w 2066492"/>
              <a:gd name="connsiteY5" fmla="*/ 1033666 h 2065156"/>
              <a:gd name="connsiteX0" fmla="*/ 200 w 2066507"/>
              <a:gd name="connsiteY0" fmla="*/ 1033666 h 2065156"/>
              <a:gd name="connsiteX1" fmla="*/ 1034930 w 2066507"/>
              <a:gd name="connsiteY1" fmla="*/ 304 h 2065156"/>
              <a:gd name="connsiteX2" fmla="*/ 2053785 w 2066507"/>
              <a:gd name="connsiteY2" fmla="*/ 874916 h 2065156"/>
              <a:gd name="connsiteX3" fmla="*/ 2066200 w 2066507"/>
              <a:gd name="connsiteY3" fmla="*/ 2065156 h 2065156"/>
              <a:gd name="connsiteX4" fmla="*/ 923805 w 2066507"/>
              <a:gd name="connsiteY4" fmla="*/ 2060678 h 2065156"/>
              <a:gd name="connsiteX5" fmla="*/ 200 w 2066507"/>
              <a:gd name="connsiteY5" fmla="*/ 1033666 h 2065156"/>
              <a:gd name="connsiteX0" fmla="*/ 200 w 2066507"/>
              <a:gd name="connsiteY0" fmla="*/ 1033666 h 2065156"/>
              <a:gd name="connsiteX1" fmla="*/ 1034930 w 2066507"/>
              <a:gd name="connsiteY1" fmla="*/ 304 h 2065156"/>
              <a:gd name="connsiteX2" fmla="*/ 2053785 w 2066507"/>
              <a:gd name="connsiteY2" fmla="*/ 874916 h 2065156"/>
              <a:gd name="connsiteX3" fmla="*/ 2066200 w 2066507"/>
              <a:gd name="connsiteY3" fmla="*/ 2065156 h 2065156"/>
              <a:gd name="connsiteX4" fmla="*/ 923805 w 2066507"/>
              <a:gd name="connsiteY4" fmla="*/ 2060678 h 2065156"/>
              <a:gd name="connsiteX5" fmla="*/ 200 w 2066507"/>
              <a:gd name="connsiteY5" fmla="*/ 1033666 h 2065156"/>
              <a:gd name="connsiteX0" fmla="*/ 0 w 2066307"/>
              <a:gd name="connsiteY0" fmla="*/ 1033666 h 2065156"/>
              <a:gd name="connsiteX1" fmla="*/ 1034730 w 2066307"/>
              <a:gd name="connsiteY1" fmla="*/ 304 h 2065156"/>
              <a:gd name="connsiteX2" fmla="*/ 2053585 w 2066307"/>
              <a:gd name="connsiteY2" fmla="*/ 874916 h 2065156"/>
              <a:gd name="connsiteX3" fmla="*/ 2066000 w 2066307"/>
              <a:gd name="connsiteY3" fmla="*/ 2065156 h 2065156"/>
              <a:gd name="connsiteX4" fmla="*/ 923605 w 2066307"/>
              <a:gd name="connsiteY4" fmla="*/ 2060678 h 2065156"/>
              <a:gd name="connsiteX5" fmla="*/ 0 w 2066307"/>
              <a:gd name="connsiteY5" fmla="*/ 1033666 h 2065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66307" h="2065156">
                <a:moveTo>
                  <a:pt x="0" y="1033666"/>
                </a:moveTo>
                <a:cubicBezTo>
                  <a:pt x="12171" y="388645"/>
                  <a:pt x="505141" y="14062"/>
                  <a:pt x="1034730" y="304"/>
                </a:cubicBezTo>
                <a:cubicBezTo>
                  <a:pt x="1564319" y="-13454"/>
                  <a:pt x="1999711" y="443462"/>
                  <a:pt x="2053585" y="874916"/>
                </a:cubicBezTo>
                <a:cubicBezTo>
                  <a:pt x="2066184" y="1055545"/>
                  <a:pt x="2067005" y="1867529"/>
                  <a:pt x="2066000" y="2065156"/>
                </a:cubicBezTo>
                <a:lnTo>
                  <a:pt x="923605" y="2060678"/>
                </a:lnTo>
                <a:cubicBezTo>
                  <a:pt x="531647" y="2025288"/>
                  <a:pt x="6879" y="1678687"/>
                  <a:pt x="0" y="1033666"/>
                </a:cubicBezTo>
                <a:close/>
              </a:path>
            </a:pathLst>
          </a:cu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59863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3429000"/>
            <a:ext cx="12192000" cy="2971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6371" y="173194"/>
            <a:ext cx="428860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 anchor="ctr"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669303" y="895547"/>
            <a:ext cx="3544478" cy="596245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30367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1999" cy="685799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5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7348288" y="4282256"/>
            <a:ext cx="1984248" cy="1984248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2909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30279" y="173194"/>
            <a:ext cx="42104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3204253" y="565423"/>
            <a:ext cx="2176272" cy="2176272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5832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6371" y="173194"/>
            <a:ext cx="428860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4976221" y="903840"/>
            <a:ext cx="1792224" cy="1792224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440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melin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6371" y="173194"/>
            <a:ext cx="428860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5057140" y="581799"/>
            <a:ext cx="2057400" cy="20574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515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melin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1641409" y="1781055"/>
            <a:ext cx="1645920" cy="164592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1641409" y="3461952"/>
            <a:ext cx="1645920" cy="164592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114500" y="1781055"/>
            <a:ext cx="1645920" cy="164592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1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6114500" y="3461952"/>
            <a:ext cx="1645920" cy="164592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77390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melin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6777599" y="1862880"/>
            <a:ext cx="1517904" cy="1517904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0768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fographic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18556" y="173194"/>
            <a:ext cx="444490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4668248" y="2281370"/>
            <a:ext cx="2295260" cy="229526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9616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fographic 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8008888" y="-267894"/>
            <a:ext cx="2671730" cy="267173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80279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ice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1934998" y="2248211"/>
            <a:ext cx="1854014" cy="1854014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6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5157883" y="2248211"/>
            <a:ext cx="1854014" cy="1854014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8388264" y="2248211"/>
            <a:ext cx="1854014" cy="1854014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8" name="Round Diagonal Corner Rectangle 7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 Diagonal Corner Rectangle 8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11618556" y="173194"/>
            <a:ext cx="444490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13" name="Chevron 1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Chevron 1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15" name="Straight Connector 14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 Placeholder 42"/>
          <p:cNvSpPr>
            <a:spLocks noGrp="1"/>
          </p:cNvSpPr>
          <p:nvPr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</p:spTree>
    <p:extLst>
      <p:ext uri="{BB962C8B-B14F-4D97-AF65-F5344CB8AC3E}">
        <p14:creationId xmlns:p14="http://schemas.microsoft.com/office/powerpoint/2010/main" val="32001356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up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3181963" y="2490621"/>
            <a:ext cx="5837808" cy="314917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9019771" y="2590692"/>
            <a:ext cx="2216080" cy="290109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965883" y="2590692"/>
            <a:ext cx="2216080" cy="290109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7408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up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897673" y="2605158"/>
            <a:ext cx="5658525" cy="330995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5835013" y="3299056"/>
            <a:ext cx="2551595" cy="261605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1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7896793" y="3903008"/>
            <a:ext cx="1212449" cy="201210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9177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up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2421969" y="3881682"/>
            <a:ext cx="7348062" cy="298546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80901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up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3181963" y="3914307"/>
            <a:ext cx="5837808" cy="298420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9019771" y="4292171"/>
            <a:ext cx="2216080" cy="26063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965883" y="4292171"/>
            <a:ext cx="2216080" cy="26063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</p:spTree>
    <p:extLst>
      <p:ext uri="{BB962C8B-B14F-4D97-AF65-F5344CB8AC3E}">
        <p14:creationId xmlns:p14="http://schemas.microsoft.com/office/powerpoint/2010/main" val="36443842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up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1999" cy="6857999"/>
          </a:xfrm>
        </p:spPr>
        <p:txBody>
          <a:bodyPr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6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928135" y="4842025"/>
            <a:ext cx="3737131" cy="201597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7523892" y="4842025"/>
            <a:ext cx="3737131" cy="201597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02079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Mockup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135317" y="3016289"/>
            <a:ext cx="2795238" cy="1960639"/>
          </a:xfrm>
          <a:custGeom>
            <a:avLst/>
            <a:gdLst>
              <a:gd name="connsiteX0" fmla="*/ 0 w 10000"/>
              <a:gd name="connsiteY0" fmla="*/ 200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2000 h 10000"/>
              <a:gd name="connsiteX0" fmla="*/ 0 w 10000"/>
              <a:gd name="connsiteY0" fmla="*/ 0 h 10206"/>
              <a:gd name="connsiteX1" fmla="*/ 10000 w 10000"/>
              <a:gd name="connsiteY1" fmla="*/ 206 h 10206"/>
              <a:gd name="connsiteX2" fmla="*/ 10000 w 10000"/>
              <a:gd name="connsiteY2" fmla="*/ 10206 h 10206"/>
              <a:gd name="connsiteX3" fmla="*/ 0 w 10000"/>
              <a:gd name="connsiteY3" fmla="*/ 10206 h 10206"/>
              <a:gd name="connsiteX4" fmla="*/ 0 w 10000"/>
              <a:gd name="connsiteY4" fmla="*/ 0 h 10206"/>
              <a:gd name="connsiteX0" fmla="*/ 0 w 10000"/>
              <a:gd name="connsiteY0" fmla="*/ 1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1 h 10000"/>
              <a:gd name="connsiteX0" fmla="*/ 0 w 10000"/>
              <a:gd name="connsiteY0" fmla="*/ 0 h 10380"/>
              <a:gd name="connsiteX1" fmla="*/ 10000 w 10000"/>
              <a:gd name="connsiteY1" fmla="*/ 380 h 10380"/>
              <a:gd name="connsiteX2" fmla="*/ 10000 w 10000"/>
              <a:gd name="connsiteY2" fmla="*/ 10380 h 10380"/>
              <a:gd name="connsiteX3" fmla="*/ 0 w 10000"/>
              <a:gd name="connsiteY3" fmla="*/ 10380 h 10380"/>
              <a:gd name="connsiteX4" fmla="*/ 0 w 10000"/>
              <a:gd name="connsiteY4" fmla="*/ 0 h 10380"/>
              <a:gd name="connsiteX0" fmla="*/ 0 w 10000"/>
              <a:gd name="connsiteY0" fmla="*/ 476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476 h 10000"/>
              <a:gd name="connsiteX0" fmla="*/ 7 w 10000"/>
              <a:gd name="connsiteY0" fmla="*/ 0 h 10019"/>
              <a:gd name="connsiteX1" fmla="*/ 10000 w 10000"/>
              <a:gd name="connsiteY1" fmla="*/ 19 h 10019"/>
              <a:gd name="connsiteX2" fmla="*/ 10000 w 10000"/>
              <a:gd name="connsiteY2" fmla="*/ 10019 h 10019"/>
              <a:gd name="connsiteX3" fmla="*/ 0 w 10000"/>
              <a:gd name="connsiteY3" fmla="*/ 10019 h 10019"/>
              <a:gd name="connsiteX4" fmla="*/ 7 w 10000"/>
              <a:gd name="connsiteY4" fmla="*/ 0 h 10019"/>
              <a:gd name="connsiteX0" fmla="*/ 0 w 10000"/>
              <a:gd name="connsiteY0" fmla="*/ 0 h 10009"/>
              <a:gd name="connsiteX1" fmla="*/ 10000 w 10000"/>
              <a:gd name="connsiteY1" fmla="*/ 9 h 10009"/>
              <a:gd name="connsiteX2" fmla="*/ 10000 w 10000"/>
              <a:gd name="connsiteY2" fmla="*/ 10009 h 10009"/>
              <a:gd name="connsiteX3" fmla="*/ 0 w 10000"/>
              <a:gd name="connsiteY3" fmla="*/ 10009 h 10009"/>
              <a:gd name="connsiteX4" fmla="*/ 0 w 10000"/>
              <a:gd name="connsiteY4" fmla="*/ 0 h 10009"/>
              <a:gd name="connsiteX0" fmla="*/ 0 w 10000"/>
              <a:gd name="connsiteY0" fmla="*/ 0 h 10009"/>
              <a:gd name="connsiteX1" fmla="*/ 9993 w 10000"/>
              <a:gd name="connsiteY1" fmla="*/ 646 h 10009"/>
              <a:gd name="connsiteX2" fmla="*/ 10000 w 10000"/>
              <a:gd name="connsiteY2" fmla="*/ 10009 h 10009"/>
              <a:gd name="connsiteX3" fmla="*/ 0 w 10000"/>
              <a:gd name="connsiteY3" fmla="*/ 10009 h 10009"/>
              <a:gd name="connsiteX4" fmla="*/ 0 w 10000"/>
              <a:gd name="connsiteY4" fmla="*/ 0 h 10009"/>
              <a:gd name="connsiteX0" fmla="*/ 0 w 9993"/>
              <a:gd name="connsiteY0" fmla="*/ 0 h 10009"/>
              <a:gd name="connsiteX1" fmla="*/ 9993 w 9993"/>
              <a:gd name="connsiteY1" fmla="*/ 646 h 10009"/>
              <a:gd name="connsiteX2" fmla="*/ 9993 w 9993"/>
              <a:gd name="connsiteY2" fmla="*/ 9058 h 10009"/>
              <a:gd name="connsiteX3" fmla="*/ 0 w 9993"/>
              <a:gd name="connsiteY3" fmla="*/ 10009 h 10009"/>
              <a:gd name="connsiteX4" fmla="*/ 0 w 9993"/>
              <a:gd name="connsiteY4" fmla="*/ 0 h 10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93" h="10009">
                <a:moveTo>
                  <a:pt x="0" y="0"/>
                </a:moveTo>
                <a:lnTo>
                  <a:pt x="9993" y="646"/>
                </a:lnTo>
                <a:cubicBezTo>
                  <a:pt x="9995" y="3767"/>
                  <a:pt x="9991" y="5937"/>
                  <a:pt x="9993" y="9058"/>
                </a:cubicBezTo>
                <a:lnTo>
                  <a:pt x="0" y="10009"/>
                </a:lnTo>
                <a:cubicBezTo>
                  <a:pt x="2" y="6669"/>
                  <a:pt x="-2" y="3340"/>
                  <a:pt x="0" y="0"/>
                </a:cubicBezTo>
                <a:close/>
              </a:path>
            </a:pathLst>
          </a:cu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2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2388434" y="2901173"/>
            <a:ext cx="3202599" cy="2246370"/>
          </a:xfrm>
          <a:custGeom>
            <a:avLst/>
            <a:gdLst>
              <a:gd name="connsiteX0" fmla="*/ 0 w 10000"/>
              <a:gd name="connsiteY0" fmla="*/ 200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2000 h 10000"/>
              <a:gd name="connsiteX0" fmla="*/ 0 w 10000"/>
              <a:gd name="connsiteY0" fmla="*/ 0 h 10206"/>
              <a:gd name="connsiteX1" fmla="*/ 10000 w 10000"/>
              <a:gd name="connsiteY1" fmla="*/ 206 h 10206"/>
              <a:gd name="connsiteX2" fmla="*/ 10000 w 10000"/>
              <a:gd name="connsiteY2" fmla="*/ 10206 h 10206"/>
              <a:gd name="connsiteX3" fmla="*/ 0 w 10000"/>
              <a:gd name="connsiteY3" fmla="*/ 10206 h 10206"/>
              <a:gd name="connsiteX4" fmla="*/ 0 w 10000"/>
              <a:gd name="connsiteY4" fmla="*/ 0 h 10206"/>
              <a:gd name="connsiteX0" fmla="*/ 0 w 10000"/>
              <a:gd name="connsiteY0" fmla="*/ 1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1 h 10000"/>
              <a:gd name="connsiteX0" fmla="*/ 0 w 10000"/>
              <a:gd name="connsiteY0" fmla="*/ 0 h 10380"/>
              <a:gd name="connsiteX1" fmla="*/ 10000 w 10000"/>
              <a:gd name="connsiteY1" fmla="*/ 380 h 10380"/>
              <a:gd name="connsiteX2" fmla="*/ 10000 w 10000"/>
              <a:gd name="connsiteY2" fmla="*/ 10380 h 10380"/>
              <a:gd name="connsiteX3" fmla="*/ 0 w 10000"/>
              <a:gd name="connsiteY3" fmla="*/ 10380 h 10380"/>
              <a:gd name="connsiteX4" fmla="*/ 0 w 10000"/>
              <a:gd name="connsiteY4" fmla="*/ 0 h 10380"/>
              <a:gd name="connsiteX0" fmla="*/ 0 w 10000"/>
              <a:gd name="connsiteY0" fmla="*/ 476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476 h 10000"/>
              <a:gd name="connsiteX0" fmla="*/ 7 w 10000"/>
              <a:gd name="connsiteY0" fmla="*/ 0 h 10019"/>
              <a:gd name="connsiteX1" fmla="*/ 10000 w 10000"/>
              <a:gd name="connsiteY1" fmla="*/ 19 h 10019"/>
              <a:gd name="connsiteX2" fmla="*/ 10000 w 10000"/>
              <a:gd name="connsiteY2" fmla="*/ 10019 h 10019"/>
              <a:gd name="connsiteX3" fmla="*/ 0 w 10000"/>
              <a:gd name="connsiteY3" fmla="*/ 10019 h 10019"/>
              <a:gd name="connsiteX4" fmla="*/ 7 w 10000"/>
              <a:gd name="connsiteY4" fmla="*/ 0 h 10019"/>
              <a:gd name="connsiteX0" fmla="*/ 0 w 10000"/>
              <a:gd name="connsiteY0" fmla="*/ 0 h 10009"/>
              <a:gd name="connsiteX1" fmla="*/ 10000 w 10000"/>
              <a:gd name="connsiteY1" fmla="*/ 9 h 10009"/>
              <a:gd name="connsiteX2" fmla="*/ 10000 w 10000"/>
              <a:gd name="connsiteY2" fmla="*/ 10009 h 10009"/>
              <a:gd name="connsiteX3" fmla="*/ 0 w 10000"/>
              <a:gd name="connsiteY3" fmla="*/ 10009 h 10009"/>
              <a:gd name="connsiteX4" fmla="*/ 0 w 10000"/>
              <a:gd name="connsiteY4" fmla="*/ 0 h 10009"/>
              <a:gd name="connsiteX0" fmla="*/ 0 w 10000"/>
              <a:gd name="connsiteY0" fmla="*/ 0 h 10009"/>
              <a:gd name="connsiteX1" fmla="*/ 9993 w 10000"/>
              <a:gd name="connsiteY1" fmla="*/ 646 h 10009"/>
              <a:gd name="connsiteX2" fmla="*/ 10000 w 10000"/>
              <a:gd name="connsiteY2" fmla="*/ 10009 h 10009"/>
              <a:gd name="connsiteX3" fmla="*/ 0 w 10000"/>
              <a:gd name="connsiteY3" fmla="*/ 10009 h 10009"/>
              <a:gd name="connsiteX4" fmla="*/ 0 w 10000"/>
              <a:gd name="connsiteY4" fmla="*/ 0 h 10009"/>
              <a:gd name="connsiteX0" fmla="*/ 0 w 9993"/>
              <a:gd name="connsiteY0" fmla="*/ 0 h 10009"/>
              <a:gd name="connsiteX1" fmla="*/ 9993 w 9993"/>
              <a:gd name="connsiteY1" fmla="*/ 646 h 10009"/>
              <a:gd name="connsiteX2" fmla="*/ 9993 w 9993"/>
              <a:gd name="connsiteY2" fmla="*/ 9058 h 10009"/>
              <a:gd name="connsiteX3" fmla="*/ 0 w 9993"/>
              <a:gd name="connsiteY3" fmla="*/ 10009 h 10009"/>
              <a:gd name="connsiteX4" fmla="*/ 0 w 9993"/>
              <a:gd name="connsiteY4" fmla="*/ 0 h 10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93" h="10009">
                <a:moveTo>
                  <a:pt x="0" y="0"/>
                </a:moveTo>
                <a:lnTo>
                  <a:pt x="9993" y="646"/>
                </a:lnTo>
                <a:cubicBezTo>
                  <a:pt x="9995" y="3767"/>
                  <a:pt x="9991" y="5937"/>
                  <a:pt x="9993" y="9058"/>
                </a:cubicBezTo>
                <a:lnTo>
                  <a:pt x="0" y="10009"/>
                </a:lnTo>
                <a:cubicBezTo>
                  <a:pt x="2" y="6669"/>
                  <a:pt x="-2" y="3340"/>
                  <a:pt x="0" y="0"/>
                </a:cubicBezTo>
                <a:close/>
              </a:path>
            </a:pathLst>
          </a:cu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1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26626" y="2712165"/>
            <a:ext cx="3879839" cy="2721402"/>
          </a:xfrm>
          <a:custGeom>
            <a:avLst/>
            <a:gdLst>
              <a:gd name="connsiteX0" fmla="*/ 0 w 10000"/>
              <a:gd name="connsiteY0" fmla="*/ 200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2000 h 10000"/>
              <a:gd name="connsiteX0" fmla="*/ 0 w 10000"/>
              <a:gd name="connsiteY0" fmla="*/ 0 h 10206"/>
              <a:gd name="connsiteX1" fmla="*/ 10000 w 10000"/>
              <a:gd name="connsiteY1" fmla="*/ 206 h 10206"/>
              <a:gd name="connsiteX2" fmla="*/ 10000 w 10000"/>
              <a:gd name="connsiteY2" fmla="*/ 10206 h 10206"/>
              <a:gd name="connsiteX3" fmla="*/ 0 w 10000"/>
              <a:gd name="connsiteY3" fmla="*/ 10206 h 10206"/>
              <a:gd name="connsiteX4" fmla="*/ 0 w 10000"/>
              <a:gd name="connsiteY4" fmla="*/ 0 h 10206"/>
              <a:gd name="connsiteX0" fmla="*/ 0 w 10000"/>
              <a:gd name="connsiteY0" fmla="*/ 1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1 h 10000"/>
              <a:gd name="connsiteX0" fmla="*/ 0 w 10000"/>
              <a:gd name="connsiteY0" fmla="*/ 0 h 10380"/>
              <a:gd name="connsiteX1" fmla="*/ 10000 w 10000"/>
              <a:gd name="connsiteY1" fmla="*/ 380 h 10380"/>
              <a:gd name="connsiteX2" fmla="*/ 10000 w 10000"/>
              <a:gd name="connsiteY2" fmla="*/ 10380 h 10380"/>
              <a:gd name="connsiteX3" fmla="*/ 0 w 10000"/>
              <a:gd name="connsiteY3" fmla="*/ 10380 h 10380"/>
              <a:gd name="connsiteX4" fmla="*/ 0 w 10000"/>
              <a:gd name="connsiteY4" fmla="*/ 0 h 10380"/>
              <a:gd name="connsiteX0" fmla="*/ 0 w 10000"/>
              <a:gd name="connsiteY0" fmla="*/ 476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476 h 10000"/>
              <a:gd name="connsiteX0" fmla="*/ 7 w 10000"/>
              <a:gd name="connsiteY0" fmla="*/ 0 h 10019"/>
              <a:gd name="connsiteX1" fmla="*/ 10000 w 10000"/>
              <a:gd name="connsiteY1" fmla="*/ 19 h 10019"/>
              <a:gd name="connsiteX2" fmla="*/ 10000 w 10000"/>
              <a:gd name="connsiteY2" fmla="*/ 10019 h 10019"/>
              <a:gd name="connsiteX3" fmla="*/ 0 w 10000"/>
              <a:gd name="connsiteY3" fmla="*/ 10019 h 10019"/>
              <a:gd name="connsiteX4" fmla="*/ 7 w 10000"/>
              <a:gd name="connsiteY4" fmla="*/ 0 h 10019"/>
              <a:gd name="connsiteX0" fmla="*/ 0 w 10000"/>
              <a:gd name="connsiteY0" fmla="*/ 0 h 10009"/>
              <a:gd name="connsiteX1" fmla="*/ 10000 w 10000"/>
              <a:gd name="connsiteY1" fmla="*/ 9 h 10009"/>
              <a:gd name="connsiteX2" fmla="*/ 10000 w 10000"/>
              <a:gd name="connsiteY2" fmla="*/ 10009 h 10009"/>
              <a:gd name="connsiteX3" fmla="*/ 0 w 10000"/>
              <a:gd name="connsiteY3" fmla="*/ 10009 h 10009"/>
              <a:gd name="connsiteX4" fmla="*/ 0 w 10000"/>
              <a:gd name="connsiteY4" fmla="*/ 0 h 10009"/>
              <a:gd name="connsiteX0" fmla="*/ 0 w 10000"/>
              <a:gd name="connsiteY0" fmla="*/ 0 h 10009"/>
              <a:gd name="connsiteX1" fmla="*/ 9993 w 10000"/>
              <a:gd name="connsiteY1" fmla="*/ 646 h 10009"/>
              <a:gd name="connsiteX2" fmla="*/ 10000 w 10000"/>
              <a:gd name="connsiteY2" fmla="*/ 10009 h 10009"/>
              <a:gd name="connsiteX3" fmla="*/ 0 w 10000"/>
              <a:gd name="connsiteY3" fmla="*/ 10009 h 10009"/>
              <a:gd name="connsiteX4" fmla="*/ 0 w 10000"/>
              <a:gd name="connsiteY4" fmla="*/ 0 h 10009"/>
              <a:gd name="connsiteX0" fmla="*/ 0 w 9993"/>
              <a:gd name="connsiteY0" fmla="*/ 0 h 10009"/>
              <a:gd name="connsiteX1" fmla="*/ 9993 w 9993"/>
              <a:gd name="connsiteY1" fmla="*/ 646 h 10009"/>
              <a:gd name="connsiteX2" fmla="*/ 9993 w 9993"/>
              <a:gd name="connsiteY2" fmla="*/ 9058 h 10009"/>
              <a:gd name="connsiteX3" fmla="*/ 0 w 9993"/>
              <a:gd name="connsiteY3" fmla="*/ 10009 h 10009"/>
              <a:gd name="connsiteX4" fmla="*/ 0 w 9993"/>
              <a:gd name="connsiteY4" fmla="*/ 0 h 10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93" h="10009">
                <a:moveTo>
                  <a:pt x="0" y="0"/>
                </a:moveTo>
                <a:lnTo>
                  <a:pt x="9993" y="646"/>
                </a:lnTo>
                <a:cubicBezTo>
                  <a:pt x="9995" y="3767"/>
                  <a:pt x="9991" y="5937"/>
                  <a:pt x="9993" y="9058"/>
                </a:cubicBezTo>
                <a:lnTo>
                  <a:pt x="0" y="10009"/>
                </a:lnTo>
                <a:cubicBezTo>
                  <a:pt x="2" y="6669"/>
                  <a:pt x="-2" y="3340"/>
                  <a:pt x="0" y="0"/>
                </a:cubicBezTo>
                <a:close/>
              </a:path>
            </a:pathLst>
          </a:cu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6266967" y="2521949"/>
            <a:ext cx="4762058" cy="3340211"/>
          </a:xfrm>
          <a:custGeom>
            <a:avLst/>
            <a:gdLst>
              <a:gd name="connsiteX0" fmla="*/ 0 w 10000"/>
              <a:gd name="connsiteY0" fmla="*/ 200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2000 h 10000"/>
              <a:gd name="connsiteX0" fmla="*/ 0 w 10000"/>
              <a:gd name="connsiteY0" fmla="*/ 0 h 10206"/>
              <a:gd name="connsiteX1" fmla="*/ 10000 w 10000"/>
              <a:gd name="connsiteY1" fmla="*/ 206 h 10206"/>
              <a:gd name="connsiteX2" fmla="*/ 10000 w 10000"/>
              <a:gd name="connsiteY2" fmla="*/ 10206 h 10206"/>
              <a:gd name="connsiteX3" fmla="*/ 0 w 10000"/>
              <a:gd name="connsiteY3" fmla="*/ 10206 h 10206"/>
              <a:gd name="connsiteX4" fmla="*/ 0 w 10000"/>
              <a:gd name="connsiteY4" fmla="*/ 0 h 10206"/>
              <a:gd name="connsiteX0" fmla="*/ 0 w 10000"/>
              <a:gd name="connsiteY0" fmla="*/ 1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1 h 10000"/>
              <a:gd name="connsiteX0" fmla="*/ 0 w 10000"/>
              <a:gd name="connsiteY0" fmla="*/ 0 h 10380"/>
              <a:gd name="connsiteX1" fmla="*/ 10000 w 10000"/>
              <a:gd name="connsiteY1" fmla="*/ 380 h 10380"/>
              <a:gd name="connsiteX2" fmla="*/ 10000 w 10000"/>
              <a:gd name="connsiteY2" fmla="*/ 10380 h 10380"/>
              <a:gd name="connsiteX3" fmla="*/ 0 w 10000"/>
              <a:gd name="connsiteY3" fmla="*/ 10380 h 10380"/>
              <a:gd name="connsiteX4" fmla="*/ 0 w 10000"/>
              <a:gd name="connsiteY4" fmla="*/ 0 h 10380"/>
              <a:gd name="connsiteX0" fmla="*/ 0 w 10000"/>
              <a:gd name="connsiteY0" fmla="*/ 476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476 h 10000"/>
              <a:gd name="connsiteX0" fmla="*/ 7 w 10000"/>
              <a:gd name="connsiteY0" fmla="*/ 0 h 10019"/>
              <a:gd name="connsiteX1" fmla="*/ 10000 w 10000"/>
              <a:gd name="connsiteY1" fmla="*/ 19 h 10019"/>
              <a:gd name="connsiteX2" fmla="*/ 10000 w 10000"/>
              <a:gd name="connsiteY2" fmla="*/ 10019 h 10019"/>
              <a:gd name="connsiteX3" fmla="*/ 0 w 10000"/>
              <a:gd name="connsiteY3" fmla="*/ 10019 h 10019"/>
              <a:gd name="connsiteX4" fmla="*/ 7 w 10000"/>
              <a:gd name="connsiteY4" fmla="*/ 0 h 10019"/>
              <a:gd name="connsiteX0" fmla="*/ 0 w 10000"/>
              <a:gd name="connsiteY0" fmla="*/ 0 h 10009"/>
              <a:gd name="connsiteX1" fmla="*/ 10000 w 10000"/>
              <a:gd name="connsiteY1" fmla="*/ 9 h 10009"/>
              <a:gd name="connsiteX2" fmla="*/ 10000 w 10000"/>
              <a:gd name="connsiteY2" fmla="*/ 10009 h 10009"/>
              <a:gd name="connsiteX3" fmla="*/ 0 w 10000"/>
              <a:gd name="connsiteY3" fmla="*/ 10009 h 10009"/>
              <a:gd name="connsiteX4" fmla="*/ 0 w 10000"/>
              <a:gd name="connsiteY4" fmla="*/ 0 h 10009"/>
              <a:gd name="connsiteX0" fmla="*/ 0 w 10000"/>
              <a:gd name="connsiteY0" fmla="*/ 0 h 10009"/>
              <a:gd name="connsiteX1" fmla="*/ 9993 w 10000"/>
              <a:gd name="connsiteY1" fmla="*/ 646 h 10009"/>
              <a:gd name="connsiteX2" fmla="*/ 10000 w 10000"/>
              <a:gd name="connsiteY2" fmla="*/ 10009 h 10009"/>
              <a:gd name="connsiteX3" fmla="*/ 0 w 10000"/>
              <a:gd name="connsiteY3" fmla="*/ 10009 h 10009"/>
              <a:gd name="connsiteX4" fmla="*/ 0 w 10000"/>
              <a:gd name="connsiteY4" fmla="*/ 0 h 10009"/>
              <a:gd name="connsiteX0" fmla="*/ 0 w 9993"/>
              <a:gd name="connsiteY0" fmla="*/ 0 h 10009"/>
              <a:gd name="connsiteX1" fmla="*/ 9993 w 9993"/>
              <a:gd name="connsiteY1" fmla="*/ 646 h 10009"/>
              <a:gd name="connsiteX2" fmla="*/ 9993 w 9993"/>
              <a:gd name="connsiteY2" fmla="*/ 9058 h 10009"/>
              <a:gd name="connsiteX3" fmla="*/ 0 w 9993"/>
              <a:gd name="connsiteY3" fmla="*/ 10009 h 10009"/>
              <a:gd name="connsiteX4" fmla="*/ 0 w 9993"/>
              <a:gd name="connsiteY4" fmla="*/ 0 h 10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93" h="10009">
                <a:moveTo>
                  <a:pt x="0" y="0"/>
                </a:moveTo>
                <a:lnTo>
                  <a:pt x="9993" y="646"/>
                </a:lnTo>
                <a:cubicBezTo>
                  <a:pt x="9995" y="3767"/>
                  <a:pt x="9991" y="5937"/>
                  <a:pt x="9993" y="9058"/>
                </a:cubicBezTo>
                <a:lnTo>
                  <a:pt x="0" y="10009"/>
                </a:lnTo>
                <a:cubicBezTo>
                  <a:pt x="2" y="6669"/>
                  <a:pt x="-2" y="3340"/>
                  <a:pt x="0" y="0"/>
                </a:cubicBezTo>
                <a:close/>
              </a:path>
            </a:pathLst>
          </a:cu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0686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up 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950211" y="2731148"/>
            <a:ext cx="5382767" cy="264552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35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6501383" y="2057400"/>
            <a:ext cx="2660905" cy="35204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36384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up 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35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3919863" y="2590572"/>
            <a:ext cx="2862902" cy="431951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70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532157" y="3266067"/>
            <a:ext cx="1570121" cy="274119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8448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up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-10160" y="1684067"/>
            <a:ext cx="12202159" cy="28777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5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2042218" y="1846810"/>
            <a:ext cx="1899862" cy="331447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74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3840538" y="1765530"/>
            <a:ext cx="1991302" cy="34973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57627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up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5204391" y="2123235"/>
            <a:ext cx="1760487" cy="306628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99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3577471" y="2309751"/>
            <a:ext cx="1552669" cy="269569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00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7068816" y="2309751"/>
            <a:ext cx="1552669" cy="269569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7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0" y="-1700"/>
            <a:ext cx="12191999" cy="397158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</p:spTree>
    <p:extLst>
      <p:ext uri="{BB962C8B-B14F-4D97-AF65-F5344CB8AC3E}">
        <p14:creationId xmlns:p14="http://schemas.microsoft.com/office/powerpoint/2010/main" val="605117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up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4735166" y="2210121"/>
            <a:ext cx="1588632" cy="279501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01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6857537" y="2210121"/>
            <a:ext cx="1588632" cy="279501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02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8975095" y="2210121"/>
            <a:ext cx="1588632" cy="279501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2521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up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-10160" y="3291840"/>
            <a:ext cx="12202160" cy="357632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99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5687920" y="1491576"/>
            <a:ext cx="2027613" cy="351260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7320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up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452880" y="2097644"/>
            <a:ext cx="9286240" cy="251571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99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5416134" y="2149412"/>
            <a:ext cx="1355240" cy="238408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4676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up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-10160" y="-10160"/>
            <a:ext cx="12202160" cy="68681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99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5140960" y="1134001"/>
            <a:ext cx="2336800" cy="402727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</p:spTree>
    <p:extLst>
      <p:ext uri="{BB962C8B-B14F-4D97-AF65-F5344CB8AC3E}">
        <p14:creationId xmlns:p14="http://schemas.microsoft.com/office/powerpoint/2010/main" val="22565618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up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-10160" y="-12635"/>
            <a:ext cx="12202160" cy="389159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64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2534750" y="2134825"/>
            <a:ext cx="2149010" cy="284357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65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4943934" y="1990474"/>
            <a:ext cx="2340785" cy="308952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66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7528560" y="2134825"/>
            <a:ext cx="2164080" cy="284357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49556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up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6380820" y="2114216"/>
            <a:ext cx="2359419" cy="314061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47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7511958" y="3287110"/>
            <a:ext cx="3134271" cy="235366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94326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up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2280750" y="1261065"/>
            <a:ext cx="3012610" cy="402213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</p:spTree>
    <p:extLst>
      <p:ext uri="{BB962C8B-B14F-4D97-AF65-F5344CB8AC3E}">
        <p14:creationId xmlns:p14="http://schemas.microsoft.com/office/powerpoint/2010/main" val="21345523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up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2105036" y="3084131"/>
            <a:ext cx="2864204" cy="180266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96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7254157" y="3084131"/>
            <a:ext cx="2864204" cy="180266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64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3745441" y="2019435"/>
            <a:ext cx="4714407" cy="29573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</p:spTree>
    <p:extLst>
      <p:ext uri="{BB962C8B-B14F-4D97-AF65-F5344CB8AC3E}">
        <p14:creationId xmlns:p14="http://schemas.microsoft.com/office/powerpoint/2010/main" val="25323376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up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64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3746412" y="2286374"/>
            <a:ext cx="4714407" cy="296228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23922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up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5743981" y="1135157"/>
            <a:ext cx="6947891" cy="435124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</p:spTree>
    <p:extLst>
      <p:ext uri="{BB962C8B-B14F-4D97-AF65-F5344CB8AC3E}">
        <p14:creationId xmlns:p14="http://schemas.microsoft.com/office/powerpoint/2010/main" val="16370254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up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-328721" y="3047943"/>
            <a:ext cx="2587289" cy="146919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64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619129" y="2151263"/>
            <a:ext cx="4278751" cy="241159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</p:spTree>
    <p:extLst>
      <p:ext uri="{BB962C8B-B14F-4D97-AF65-F5344CB8AC3E}">
        <p14:creationId xmlns:p14="http://schemas.microsoft.com/office/powerpoint/2010/main" val="23264045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up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64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3658241" y="1875220"/>
            <a:ext cx="4863967" cy="276078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871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up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64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802549" y="2556969"/>
            <a:ext cx="3053173" cy="173055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98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8312160" y="3611676"/>
            <a:ext cx="1085138" cy="143964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99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9924566" y="4046962"/>
            <a:ext cx="562130" cy="97741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00" name="Picture Placeholder 2"/>
          <p:cNvSpPr>
            <a:spLocks noGrp="1"/>
          </p:cNvSpPr>
          <p:nvPr>
            <p:ph type="pic" sz="quarter" idx="19"/>
          </p:nvPr>
        </p:nvSpPr>
        <p:spPr>
          <a:xfrm>
            <a:off x="5422035" y="3606255"/>
            <a:ext cx="2205028" cy="139380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5834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nalysi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98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1364840" y="2176500"/>
            <a:ext cx="1941652" cy="144637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1364840" y="4468287"/>
            <a:ext cx="1941652" cy="144637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3843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nalysi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-297084" y="2857409"/>
            <a:ext cx="12786168" cy="18651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</p:spTree>
    <p:extLst>
      <p:ext uri="{BB962C8B-B14F-4D97-AF65-F5344CB8AC3E}">
        <p14:creationId xmlns:p14="http://schemas.microsoft.com/office/powerpoint/2010/main" val="454986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nalysi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-20320" y="3343109"/>
            <a:ext cx="12232640" cy="353424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</p:spTree>
    <p:extLst>
      <p:ext uri="{BB962C8B-B14F-4D97-AF65-F5344CB8AC3E}">
        <p14:creationId xmlns:p14="http://schemas.microsoft.com/office/powerpoint/2010/main" val="13093659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nalysis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-20320" y="2199640"/>
            <a:ext cx="3291840" cy="350012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14224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nalysis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2479040" y="1747520"/>
            <a:ext cx="3616960" cy="51206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8814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siness 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1381760" y="1843914"/>
            <a:ext cx="1747520" cy="174752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3952240" y="2991544"/>
            <a:ext cx="1747520" cy="174752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359862" y="4474904"/>
            <a:ext cx="1747520" cy="174752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8438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siness Pla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0" y="3200400"/>
            <a:ext cx="12192000" cy="36576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-1" y="128915"/>
            <a:ext cx="4861368" cy="672908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87057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siness Pla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965201" y="2165852"/>
            <a:ext cx="2092960" cy="267885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0817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er Profi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1341120" y="2103120"/>
            <a:ext cx="4754880" cy="27736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7606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er Profilin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1341120" y="2103120"/>
            <a:ext cx="4754880" cy="27736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19"/>
          </p:nvPr>
        </p:nvSpPr>
        <p:spPr>
          <a:xfrm>
            <a:off x="6136342" y="4876800"/>
            <a:ext cx="1565720" cy="130293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7789296" y="4876800"/>
            <a:ext cx="1565720" cy="130293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9437225" y="4876800"/>
            <a:ext cx="1565720" cy="130293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1683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er Profiling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1230649" y="2002536"/>
            <a:ext cx="1470621" cy="303580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1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4685186" y="2002536"/>
            <a:ext cx="1470621" cy="303580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2" name="Picture Placeholder 2"/>
          <p:cNvSpPr>
            <a:spLocks noGrp="1"/>
          </p:cNvSpPr>
          <p:nvPr>
            <p:ph type="pic" sz="quarter" idx="23"/>
          </p:nvPr>
        </p:nvSpPr>
        <p:spPr>
          <a:xfrm>
            <a:off x="8139723" y="2002536"/>
            <a:ext cx="1470621" cy="303580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2572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lanning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0" y="3429000"/>
            <a:ext cx="12192000" cy="294352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7041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oposa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5269583" y="1734532"/>
            <a:ext cx="5052768" cy="317683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3914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opos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0" y="2585303"/>
            <a:ext cx="12192000" cy="106287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3578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oposa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1093509" y="1941921"/>
            <a:ext cx="3223966" cy="32239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4374037" y="1941921"/>
            <a:ext cx="3223966" cy="32239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23"/>
          </p:nvPr>
        </p:nvSpPr>
        <p:spPr>
          <a:xfrm>
            <a:off x="7927944" y="3591613"/>
            <a:ext cx="1574276" cy="157427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24"/>
          </p:nvPr>
        </p:nvSpPr>
        <p:spPr>
          <a:xfrm>
            <a:off x="9558781" y="3591613"/>
            <a:ext cx="1574276" cy="157427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9082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opos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1143857" y="2075787"/>
            <a:ext cx="1760456" cy="176045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3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1143857" y="4111045"/>
            <a:ext cx="1760456" cy="176045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4" name="Picture Placeholder 2"/>
          <p:cNvSpPr>
            <a:spLocks noGrp="1"/>
          </p:cNvSpPr>
          <p:nvPr>
            <p:ph type="pic" sz="quarter" idx="23"/>
          </p:nvPr>
        </p:nvSpPr>
        <p:spPr>
          <a:xfrm>
            <a:off x="7251496" y="2075787"/>
            <a:ext cx="1760456" cy="176045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5" name="Picture Placeholder 2"/>
          <p:cNvSpPr>
            <a:spLocks noGrp="1"/>
          </p:cNvSpPr>
          <p:nvPr>
            <p:ph type="pic" sz="quarter" idx="24"/>
          </p:nvPr>
        </p:nvSpPr>
        <p:spPr>
          <a:xfrm>
            <a:off x="9287686" y="2075786"/>
            <a:ext cx="1760456" cy="176045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6" name="Picture Placeholder 2"/>
          <p:cNvSpPr>
            <a:spLocks noGrp="1"/>
          </p:cNvSpPr>
          <p:nvPr>
            <p:ph type="pic" sz="quarter" idx="25"/>
          </p:nvPr>
        </p:nvSpPr>
        <p:spPr>
          <a:xfrm>
            <a:off x="3179582" y="2075787"/>
            <a:ext cx="3796180" cy="379571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73683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oposal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1709466" y="1234387"/>
            <a:ext cx="2673998" cy="357328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</p:spTree>
    <p:extLst>
      <p:ext uri="{BB962C8B-B14F-4D97-AF65-F5344CB8AC3E}">
        <p14:creationId xmlns:p14="http://schemas.microsoft.com/office/powerpoint/2010/main" val="4271059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posal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64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3667385" y="1792924"/>
            <a:ext cx="4863967" cy="276078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7653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ding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34290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</p:spTree>
    <p:extLst>
      <p:ext uri="{BB962C8B-B14F-4D97-AF65-F5344CB8AC3E}">
        <p14:creationId xmlns:p14="http://schemas.microsoft.com/office/powerpoint/2010/main" val="10221014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din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400671" y="1841951"/>
            <a:ext cx="6970329" cy="5025476"/>
          </a:xfrm>
          <a:prstGeom prst="parallelogram">
            <a:avLst>
              <a:gd name="adj" fmla="val 46530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</p:spTree>
    <p:extLst>
      <p:ext uri="{BB962C8B-B14F-4D97-AF65-F5344CB8AC3E}">
        <p14:creationId xmlns:p14="http://schemas.microsoft.com/office/powerpoint/2010/main" val="34293914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ding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-18854" y="1704855"/>
            <a:ext cx="5552388" cy="2611303"/>
          </a:xfrm>
          <a:custGeom>
            <a:avLst/>
            <a:gdLst>
              <a:gd name="connsiteX0" fmla="*/ 0 w 5552388"/>
              <a:gd name="connsiteY0" fmla="*/ 2611303 h 2611303"/>
              <a:gd name="connsiteX1" fmla="*/ 0 w 5552388"/>
              <a:gd name="connsiteY1" fmla="*/ 0 h 2611303"/>
              <a:gd name="connsiteX2" fmla="*/ 5552388 w 5552388"/>
              <a:gd name="connsiteY2" fmla="*/ 0 h 2611303"/>
              <a:gd name="connsiteX3" fmla="*/ 5552388 w 5552388"/>
              <a:gd name="connsiteY3" fmla="*/ 2611303 h 2611303"/>
              <a:gd name="connsiteX4" fmla="*/ 0 w 5552388"/>
              <a:gd name="connsiteY4" fmla="*/ 2611303 h 2611303"/>
              <a:gd name="connsiteX0" fmla="*/ 0 w 5552388"/>
              <a:gd name="connsiteY0" fmla="*/ 2611303 h 2611303"/>
              <a:gd name="connsiteX1" fmla="*/ 0 w 5552388"/>
              <a:gd name="connsiteY1" fmla="*/ 0 h 2611303"/>
              <a:gd name="connsiteX2" fmla="*/ 4637988 w 5552388"/>
              <a:gd name="connsiteY2" fmla="*/ 0 h 2611303"/>
              <a:gd name="connsiteX3" fmla="*/ 5552388 w 5552388"/>
              <a:gd name="connsiteY3" fmla="*/ 2611303 h 2611303"/>
              <a:gd name="connsiteX4" fmla="*/ 0 w 5552388"/>
              <a:gd name="connsiteY4" fmla="*/ 2611303 h 2611303"/>
              <a:gd name="connsiteX0" fmla="*/ 0 w 5552388"/>
              <a:gd name="connsiteY0" fmla="*/ 2611303 h 2611303"/>
              <a:gd name="connsiteX1" fmla="*/ 0 w 5552388"/>
              <a:gd name="connsiteY1" fmla="*/ 0 h 2611303"/>
              <a:gd name="connsiteX2" fmla="*/ 3930978 w 5552388"/>
              <a:gd name="connsiteY2" fmla="*/ 1397 h 2611303"/>
              <a:gd name="connsiteX3" fmla="*/ 4637988 w 5552388"/>
              <a:gd name="connsiteY3" fmla="*/ 0 h 2611303"/>
              <a:gd name="connsiteX4" fmla="*/ 5552388 w 5552388"/>
              <a:gd name="connsiteY4" fmla="*/ 2611303 h 2611303"/>
              <a:gd name="connsiteX5" fmla="*/ 0 w 5552388"/>
              <a:gd name="connsiteY5" fmla="*/ 2611303 h 2611303"/>
              <a:gd name="connsiteX0" fmla="*/ 0 w 5552388"/>
              <a:gd name="connsiteY0" fmla="*/ 2611303 h 2611303"/>
              <a:gd name="connsiteX1" fmla="*/ 0 w 5552388"/>
              <a:gd name="connsiteY1" fmla="*/ 0 h 2611303"/>
              <a:gd name="connsiteX2" fmla="*/ 3930978 w 5552388"/>
              <a:gd name="connsiteY2" fmla="*/ 1397 h 2611303"/>
              <a:gd name="connsiteX3" fmla="*/ 4807671 w 5552388"/>
              <a:gd name="connsiteY3" fmla="*/ 518474 h 2611303"/>
              <a:gd name="connsiteX4" fmla="*/ 5552388 w 5552388"/>
              <a:gd name="connsiteY4" fmla="*/ 2611303 h 2611303"/>
              <a:gd name="connsiteX5" fmla="*/ 0 w 5552388"/>
              <a:gd name="connsiteY5" fmla="*/ 2611303 h 2611303"/>
              <a:gd name="connsiteX0" fmla="*/ 0 w 5552388"/>
              <a:gd name="connsiteY0" fmla="*/ 2611303 h 2611303"/>
              <a:gd name="connsiteX1" fmla="*/ 0 w 5552388"/>
              <a:gd name="connsiteY1" fmla="*/ 0 h 2611303"/>
              <a:gd name="connsiteX2" fmla="*/ 3930978 w 5552388"/>
              <a:gd name="connsiteY2" fmla="*/ 1397 h 2611303"/>
              <a:gd name="connsiteX3" fmla="*/ 4807671 w 5552388"/>
              <a:gd name="connsiteY3" fmla="*/ 518474 h 2611303"/>
              <a:gd name="connsiteX4" fmla="*/ 5552388 w 5552388"/>
              <a:gd name="connsiteY4" fmla="*/ 2611303 h 2611303"/>
              <a:gd name="connsiteX5" fmla="*/ 0 w 5552388"/>
              <a:gd name="connsiteY5" fmla="*/ 2611303 h 2611303"/>
              <a:gd name="connsiteX0" fmla="*/ 0 w 5552388"/>
              <a:gd name="connsiteY0" fmla="*/ 2611303 h 2611303"/>
              <a:gd name="connsiteX1" fmla="*/ 0 w 5552388"/>
              <a:gd name="connsiteY1" fmla="*/ 0 h 2611303"/>
              <a:gd name="connsiteX2" fmla="*/ 3930978 w 5552388"/>
              <a:gd name="connsiteY2" fmla="*/ 1397 h 2611303"/>
              <a:gd name="connsiteX3" fmla="*/ 4807671 w 5552388"/>
              <a:gd name="connsiteY3" fmla="*/ 518474 h 2611303"/>
              <a:gd name="connsiteX4" fmla="*/ 5552388 w 5552388"/>
              <a:gd name="connsiteY4" fmla="*/ 2611303 h 2611303"/>
              <a:gd name="connsiteX5" fmla="*/ 0 w 5552388"/>
              <a:gd name="connsiteY5" fmla="*/ 2611303 h 2611303"/>
              <a:gd name="connsiteX0" fmla="*/ 0 w 5552388"/>
              <a:gd name="connsiteY0" fmla="*/ 2611303 h 2611303"/>
              <a:gd name="connsiteX1" fmla="*/ 0 w 5552388"/>
              <a:gd name="connsiteY1" fmla="*/ 0 h 2611303"/>
              <a:gd name="connsiteX2" fmla="*/ 3930978 w 5552388"/>
              <a:gd name="connsiteY2" fmla="*/ 1397 h 2611303"/>
              <a:gd name="connsiteX3" fmla="*/ 4807671 w 5552388"/>
              <a:gd name="connsiteY3" fmla="*/ 518474 h 2611303"/>
              <a:gd name="connsiteX4" fmla="*/ 5552388 w 5552388"/>
              <a:gd name="connsiteY4" fmla="*/ 2611303 h 2611303"/>
              <a:gd name="connsiteX5" fmla="*/ 0 w 5552388"/>
              <a:gd name="connsiteY5" fmla="*/ 2611303 h 2611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52388" h="2611303">
                <a:moveTo>
                  <a:pt x="0" y="2611303"/>
                </a:moveTo>
                <a:lnTo>
                  <a:pt x="0" y="0"/>
                </a:lnTo>
                <a:lnTo>
                  <a:pt x="3930978" y="1397"/>
                </a:lnTo>
                <a:cubicBezTo>
                  <a:pt x="4468306" y="-5353"/>
                  <a:pt x="4685123" y="204712"/>
                  <a:pt x="4807671" y="518474"/>
                </a:cubicBezTo>
                <a:lnTo>
                  <a:pt x="5552388" y="2611303"/>
                </a:lnTo>
                <a:lnTo>
                  <a:pt x="0" y="2611303"/>
                </a:lnTo>
                <a:close/>
              </a:path>
            </a:pathLst>
          </a:cu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32088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al Est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4109815" y="2130992"/>
            <a:ext cx="1426024" cy="1426024"/>
          </a:xfrm>
          <a:prstGeom prst="wedgeEllipseCallout">
            <a:avLst>
              <a:gd name="adj1" fmla="val -2879"/>
              <a:gd name="adj2" fmla="val 63141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6088638" y="2043271"/>
            <a:ext cx="1601466" cy="1601466"/>
          </a:xfrm>
          <a:prstGeom prst="wedgeEllipseCallout">
            <a:avLst>
              <a:gd name="adj1" fmla="val -2879"/>
              <a:gd name="adj2" fmla="val 63141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8352191" y="2212848"/>
            <a:ext cx="1262312" cy="1262312"/>
          </a:xfrm>
          <a:prstGeom prst="wedgeEllipseCallout">
            <a:avLst>
              <a:gd name="adj1" fmla="val -2879"/>
              <a:gd name="adj2" fmla="val 63141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1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0336879" y="2130992"/>
            <a:ext cx="1426024" cy="1426024"/>
          </a:xfrm>
          <a:prstGeom prst="wedgeEllipseCallout">
            <a:avLst>
              <a:gd name="adj1" fmla="val -2879"/>
              <a:gd name="adj2" fmla="val 63141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5390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al Esta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2473039" y="2130992"/>
            <a:ext cx="1426024" cy="1426024"/>
          </a:xfrm>
          <a:prstGeom prst="wedgeEllipseCallout">
            <a:avLst>
              <a:gd name="adj1" fmla="val -2879"/>
              <a:gd name="adj2" fmla="val 63141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451862" y="2043271"/>
            <a:ext cx="1601466" cy="1601466"/>
          </a:xfrm>
          <a:prstGeom prst="wedgeEllipseCallout">
            <a:avLst>
              <a:gd name="adj1" fmla="val -2879"/>
              <a:gd name="adj2" fmla="val 63141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715415" y="2212848"/>
            <a:ext cx="1262312" cy="1262312"/>
          </a:xfrm>
          <a:prstGeom prst="wedgeEllipseCallout">
            <a:avLst>
              <a:gd name="adj1" fmla="val -2879"/>
              <a:gd name="adj2" fmla="val 63141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1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8700103" y="2130992"/>
            <a:ext cx="1426024" cy="1426024"/>
          </a:xfrm>
          <a:prstGeom prst="wedgeEllipseCallout">
            <a:avLst>
              <a:gd name="adj1" fmla="val -2879"/>
              <a:gd name="adj2" fmla="val 63141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14827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al Esta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1805527" y="2130992"/>
            <a:ext cx="1426024" cy="1426024"/>
          </a:xfrm>
          <a:prstGeom prst="wedgeEllipseCallout">
            <a:avLst>
              <a:gd name="adj1" fmla="val -2879"/>
              <a:gd name="adj2" fmla="val 63141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3784350" y="2043271"/>
            <a:ext cx="1601466" cy="1601466"/>
          </a:xfrm>
          <a:prstGeom prst="wedgeEllipseCallout">
            <a:avLst>
              <a:gd name="adj1" fmla="val -2879"/>
              <a:gd name="adj2" fmla="val 63141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047903" y="2212848"/>
            <a:ext cx="1262312" cy="1262312"/>
          </a:xfrm>
          <a:prstGeom prst="wedgeEllipseCallout">
            <a:avLst>
              <a:gd name="adj1" fmla="val -2879"/>
              <a:gd name="adj2" fmla="val 63141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73745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al Esta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593889" y="1489435"/>
            <a:ext cx="3780148" cy="538741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16813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al Esta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0" y="1707211"/>
            <a:ext cx="12192000" cy="270313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68527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al Estat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1775852" y="1522778"/>
            <a:ext cx="4851150" cy="485115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</p:spTree>
    <p:extLst>
      <p:ext uri="{BB962C8B-B14F-4D97-AF65-F5344CB8AC3E}">
        <p14:creationId xmlns:p14="http://schemas.microsoft.com/office/powerpoint/2010/main" val="15529650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al Estat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241816" y="4761884"/>
            <a:ext cx="2588223" cy="15823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4780526" y="4761884"/>
            <a:ext cx="2588223" cy="15823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8231313" y="4761884"/>
            <a:ext cx="2588223" cy="15823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6487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al Estat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862553" y="1838227"/>
            <a:ext cx="2917598" cy="1941920"/>
          </a:xfrm>
          <a:prstGeom prst="round2DiagRect">
            <a:avLst>
              <a:gd name="adj1" fmla="val 50000"/>
              <a:gd name="adj2" fmla="val 0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4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4067666" y="1838227"/>
            <a:ext cx="2917598" cy="1941920"/>
          </a:xfrm>
          <a:prstGeom prst="round2DiagRect">
            <a:avLst>
              <a:gd name="adj1" fmla="val 0"/>
              <a:gd name="adj2" fmla="val 50000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5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8224884" y="1838227"/>
            <a:ext cx="2917598" cy="1941920"/>
          </a:xfrm>
          <a:prstGeom prst="round2DiagRect">
            <a:avLst>
              <a:gd name="adj1" fmla="val 50000"/>
              <a:gd name="adj2" fmla="val 0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6" name="Picture Placeholder 2"/>
          <p:cNvSpPr>
            <a:spLocks noGrp="1"/>
          </p:cNvSpPr>
          <p:nvPr>
            <p:ph type="pic" sz="quarter" idx="19"/>
          </p:nvPr>
        </p:nvSpPr>
        <p:spPr>
          <a:xfrm>
            <a:off x="4067666" y="4091312"/>
            <a:ext cx="2917598" cy="1941920"/>
          </a:xfrm>
          <a:prstGeom prst="round2DiagRect">
            <a:avLst>
              <a:gd name="adj1" fmla="val 50000"/>
              <a:gd name="adj2" fmla="val 0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7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8224884" y="4091312"/>
            <a:ext cx="2917598" cy="1941920"/>
          </a:xfrm>
          <a:prstGeom prst="round2DiagRect">
            <a:avLst>
              <a:gd name="adj1" fmla="val 0"/>
              <a:gd name="adj2" fmla="val 50000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8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862552" y="4091312"/>
            <a:ext cx="2917598" cy="1941920"/>
          </a:xfrm>
          <a:prstGeom prst="round2DiagRect">
            <a:avLst>
              <a:gd name="adj1" fmla="val 0"/>
              <a:gd name="adj2" fmla="val 50000"/>
            </a:avLst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12604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al Estat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37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1008670" y="1886299"/>
            <a:ext cx="2223787" cy="2223787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0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3516199" y="1886299"/>
            <a:ext cx="2223787" cy="2223787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2" name="Picture Placeholder 2"/>
          <p:cNvSpPr>
            <a:spLocks noGrp="1"/>
          </p:cNvSpPr>
          <p:nvPr>
            <p:ph type="pic" sz="quarter" idx="24"/>
          </p:nvPr>
        </p:nvSpPr>
        <p:spPr>
          <a:xfrm>
            <a:off x="6032446" y="1886299"/>
            <a:ext cx="2223787" cy="2223787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4" name="Picture Placeholder 2"/>
          <p:cNvSpPr>
            <a:spLocks noGrp="1"/>
          </p:cNvSpPr>
          <p:nvPr>
            <p:ph type="pic" sz="quarter" idx="25"/>
          </p:nvPr>
        </p:nvSpPr>
        <p:spPr>
          <a:xfrm>
            <a:off x="2266793" y="3969623"/>
            <a:ext cx="2223787" cy="2223787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5" name="Picture Placeholder 2"/>
          <p:cNvSpPr>
            <a:spLocks noGrp="1"/>
          </p:cNvSpPr>
          <p:nvPr>
            <p:ph type="pic" sz="quarter" idx="26"/>
          </p:nvPr>
        </p:nvSpPr>
        <p:spPr>
          <a:xfrm>
            <a:off x="4774322" y="3969623"/>
            <a:ext cx="2223787" cy="2223787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6" name="Picture Placeholder 2"/>
          <p:cNvSpPr>
            <a:spLocks noGrp="1"/>
          </p:cNvSpPr>
          <p:nvPr>
            <p:ph type="pic" sz="quarter" idx="27"/>
          </p:nvPr>
        </p:nvSpPr>
        <p:spPr>
          <a:xfrm>
            <a:off x="7290569" y="3969623"/>
            <a:ext cx="2223787" cy="2223787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1927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cial Medi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0" y="1988289"/>
            <a:ext cx="12192000" cy="219030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6196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cial Medi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251945" cy="68580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11379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531876" y="489098"/>
            <a:ext cx="3689250" cy="587980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70815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1" name="Picture Placeholder 3"/>
          <p:cNvSpPr>
            <a:spLocks noGrp="1"/>
          </p:cNvSpPr>
          <p:nvPr>
            <p:ph type="pic" sz="quarter" idx="17"/>
          </p:nvPr>
        </p:nvSpPr>
        <p:spPr>
          <a:xfrm>
            <a:off x="1471135" y="1961864"/>
            <a:ext cx="2934274" cy="2934272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Picture Placeholder 3"/>
          <p:cNvSpPr>
            <a:spLocks noGrp="1"/>
          </p:cNvSpPr>
          <p:nvPr>
            <p:ph type="pic" sz="quarter" idx="18"/>
          </p:nvPr>
        </p:nvSpPr>
        <p:spPr>
          <a:xfrm>
            <a:off x="4628863" y="1961864"/>
            <a:ext cx="2934274" cy="2934272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16" name="Picture Placeholder 3"/>
          <p:cNvSpPr>
            <a:spLocks noGrp="1"/>
          </p:cNvSpPr>
          <p:nvPr>
            <p:ph type="pic" sz="quarter" idx="19"/>
          </p:nvPr>
        </p:nvSpPr>
        <p:spPr>
          <a:xfrm>
            <a:off x="7786591" y="1961864"/>
            <a:ext cx="2934274" cy="2934272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4613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531876" y="489098"/>
            <a:ext cx="11151314" cy="587980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36393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531876" y="489098"/>
            <a:ext cx="6885432" cy="29399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531876" y="3429000"/>
            <a:ext cx="3442716" cy="29399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3974592" y="3429000"/>
            <a:ext cx="3442716" cy="29399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72083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531876" y="3429000"/>
            <a:ext cx="3698748" cy="29399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19"/>
          </p:nvPr>
        </p:nvSpPr>
        <p:spPr>
          <a:xfrm>
            <a:off x="531876" y="489098"/>
            <a:ext cx="3698748" cy="29399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7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4230624" y="3429000"/>
            <a:ext cx="3698748" cy="29399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8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4230624" y="489098"/>
            <a:ext cx="3698748" cy="29399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9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7923716" y="3429000"/>
            <a:ext cx="3698748" cy="29399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1" name="Picture Placeholder 2"/>
          <p:cNvSpPr>
            <a:spLocks noGrp="1"/>
          </p:cNvSpPr>
          <p:nvPr>
            <p:ph type="pic" sz="quarter" idx="23"/>
          </p:nvPr>
        </p:nvSpPr>
        <p:spPr>
          <a:xfrm>
            <a:off x="7923716" y="489098"/>
            <a:ext cx="3698748" cy="29399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2517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531876" y="489098"/>
            <a:ext cx="8012386" cy="587980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5660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531876" y="489098"/>
            <a:ext cx="2052828" cy="201026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19"/>
          </p:nvPr>
        </p:nvSpPr>
        <p:spPr>
          <a:xfrm>
            <a:off x="2800731" y="489098"/>
            <a:ext cx="2052828" cy="201026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5069586" y="489098"/>
            <a:ext cx="2052828" cy="201026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1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7338441" y="489098"/>
            <a:ext cx="2052828" cy="201026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2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9607296" y="489098"/>
            <a:ext cx="2052828" cy="201026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56538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531876" y="489098"/>
            <a:ext cx="2052828" cy="201026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19"/>
          </p:nvPr>
        </p:nvSpPr>
        <p:spPr>
          <a:xfrm>
            <a:off x="2800731" y="489098"/>
            <a:ext cx="2052828" cy="201026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5069586" y="489098"/>
            <a:ext cx="2052828" cy="201026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1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7338441" y="489098"/>
            <a:ext cx="2052828" cy="201026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2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9607296" y="489098"/>
            <a:ext cx="2052828" cy="201026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23"/>
          </p:nvPr>
        </p:nvSpPr>
        <p:spPr>
          <a:xfrm>
            <a:off x="531877" y="2781194"/>
            <a:ext cx="5455538" cy="355864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24"/>
          </p:nvPr>
        </p:nvSpPr>
        <p:spPr>
          <a:xfrm>
            <a:off x="6203442" y="2781194"/>
            <a:ext cx="5456682" cy="355864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14754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8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23"/>
          </p:nvPr>
        </p:nvSpPr>
        <p:spPr>
          <a:xfrm rot="21344879">
            <a:off x="4395362" y="1953112"/>
            <a:ext cx="1798920" cy="127223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5" name="Picture Placeholder 2"/>
          <p:cNvSpPr>
            <a:spLocks noGrp="1"/>
          </p:cNvSpPr>
          <p:nvPr>
            <p:ph type="pic" sz="quarter" idx="24"/>
          </p:nvPr>
        </p:nvSpPr>
        <p:spPr>
          <a:xfrm rot="172580">
            <a:off x="5765503" y="833630"/>
            <a:ext cx="1508605" cy="241916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6" name="Picture Placeholder 2"/>
          <p:cNvSpPr>
            <a:spLocks noGrp="1"/>
          </p:cNvSpPr>
          <p:nvPr>
            <p:ph type="pic" sz="quarter" idx="25"/>
          </p:nvPr>
        </p:nvSpPr>
        <p:spPr>
          <a:xfrm rot="431303">
            <a:off x="7116844" y="1841763"/>
            <a:ext cx="1287506" cy="145900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7" name="Picture Placeholder 2"/>
          <p:cNvSpPr>
            <a:spLocks noGrp="1"/>
          </p:cNvSpPr>
          <p:nvPr>
            <p:ph type="pic" sz="quarter" idx="26"/>
          </p:nvPr>
        </p:nvSpPr>
        <p:spPr>
          <a:xfrm rot="248482">
            <a:off x="4396601" y="3720276"/>
            <a:ext cx="1372890" cy="132661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8" name="Picture Placeholder 2"/>
          <p:cNvSpPr>
            <a:spLocks noGrp="1"/>
          </p:cNvSpPr>
          <p:nvPr>
            <p:ph type="pic" sz="quarter" idx="27"/>
          </p:nvPr>
        </p:nvSpPr>
        <p:spPr>
          <a:xfrm rot="21379709">
            <a:off x="6950379" y="3687992"/>
            <a:ext cx="1428371" cy="115458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9" name="Picture Placeholder 2"/>
          <p:cNvSpPr>
            <a:spLocks noGrp="1"/>
          </p:cNvSpPr>
          <p:nvPr>
            <p:ph type="pic" sz="quarter" idx="28"/>
          </p:nvPr>
        </p:nvSpPr>
        <p:spPr>
          <a:xfrm rot="21105374">
            <a:off x="5694615" y="3637404"/>
            <a:ext cx="1506564" cy="211770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4561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23"/>
          </p:nvPr>
        </p:nvSpPr>
        <p:spPr>
          <a:xfrm>
            <a:off x="3035807" y="3535680"/>
            <a:ext cx="2951607" cy="28041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24"/>
          </p:nvPr>
        </p:nvSpPr>
        <p:spPr>
          <a:xfrm>
            <a:off x="6203442" y="3535680"/>
            <a:ext cx="5456682" cy="28041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25"/>
          </p:nvPr>
        </p:nvSpPr>
        <p:spPr>
          <a:xfrm>
            <a:off x="3035807" y="487680"/>
            <a:ext cx="2951607" cy="28041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26"/>
          </p:nvPr>
        </p:nvSpPr>
        <p:spPr>
          <a:xfrm>
            <a:off x="6203442" y="487680"/>
            <a:ext cx="5456682" cy="28041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58970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24"/>
          </p:nvPr>
        </p:nvSpPr>
        <p:spPr>
          <a:xfrm>
            <a:off x="3728466" y="3535680"/>
            <a:ext cx="5456682" cy="28041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25"/>
          </p:nvPr>
        </p:nvSpPr>
        <p:spPr>
          <a:xfrm>
            <a:off x="560831" y="487680"/>
            <a:ext cx="2951607" cy="58521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26"/>
          </p:nvPr>
        </p:nvSpPr>
        <p:spPr>
          <a:xfrm>
            <a:off x="3728466" y="487680"/>
            <a:ext cx="5456682" cy="28041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640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25"/>
          </p:nvPr>
        </p:nvSpPr>
        <p:spPr>
          <a:xfrm>
            <a:off x="560831" y="3429000"/>
            <a:ext cx="2951607" cy="29108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26"/>
          </p:nvPr>
        </p:nvSpPr>
        <p:spPr>
          <a:xfrm>
            <a:off x="560831" y="518160"/>
            <a:ext cx="2951607" cy="29108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27"/>
          </p:nvPr>
        </p:nvSpPr>
        <p:spPr>
          <a:xfrm>
            <a:off x="3512438" y="3429000"/>
            <a:ext cx="2951607" cy="29108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28"/>
          </p:nvPr>
        </p:nvSpPr>
        <p:spPr>
          <a:xfrm>
            <a:off x="3512438" y="518160"/>
            <a:ext cx="2951607" cy="29108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1" name="Picture Placeholder 2"/>
          <p:cNvSpPr>
            <a:spLocks noGrp="1"/>
          </p:cNvSpPr>
          <p:nvPr>
            <p:ph type="pic" sz="quarter" idx="30"/>
          </p:nvPr>
        </p:nvSpPr>
        <p:spPr>
          <a:xfrm>
            <a:off x="6464045" y="518160"/>
            <a:ext cx="5158419" cy="58216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68572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26"/>
          </p:nvPr>
        </p:nvSpPr>
        <p:spPr>
          <a:xfrm>
            <a:off x="560832" y="518160"/>
            <a:ext cx="2767584" cy="200558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3" name="Picture Placeholder 2"/>
          <p:cNvSpPr>
            <a:spLocks noGrp="1"/>
          </p:cNvSpPr>
          <p:nvPr>
            <p:ph type="pic" sz="quarter" idx="28"/>
          </p:nvPr>
        </p:nvSpPr>
        <p:spPr>
          <a:xfrm>
            <a:off x="560832" y="2523744"/>
            <a:ext cx="2767584" cy="200558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7" name="Picture Placeholder 2"/>
          <p:cNvSpPr>
            <a:spLocks noGrp="1"/>
          </p:cNvSpPr>
          <p:nvPr>
            <p:ph type="pic" sz="quarter" idx="29"/>
          </p:nvPr>
        </p:nvSpPr>
        <p:spPr>
          <a:xfrm>
            <a:off x="3328416" y="518160"/>
            <a:ext cx="2767584" cy="200558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8" name="Picture Placeholder 2"/>
          <p:cNvSpPr>
            <a:spLocks noGrp="1"/>
          </p:cNvSpPr>
          <p:nvPr>
            <p:ph type="pic" sz="quarter" idx="30"/>
          </p:nvPr>
        </p:nvSpPr>
        <p:spPr>
          <a:xfrm>
            <a:off x="3328416" y="2523744"/>
            <a:ext cx="2767584" cy="200558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9" name="Picture Placeholder 2"/>
          <p:cNvSpPr>
            <a:spLocks noGrp="1"/>
          </p:cNvSpPr>
          <p:nvPr>
            <p:ph type="pic" sz="quarter" idx="31"/>
          </p:nvPr>
        </p:nvSpPr>
        <p:spPr>
          <a:xfrm>
            <a:off x="6096000" y="518160"/>
            <a:ext cx="2767584" cy="200558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1" name="Picture Placeholder 2"/>
          <p:cNvSpPr>
            <a:spLocks noGrp="1"/>
          </p:cNvSpPr>
          <p:nvPr>
            <p:ph type="pic" sz="quarter" idx="32"/>
          </p:nvPr>
        </p:nvSpPr>
        <p:spPr>
          <a:xfrm>
            <a:off x="6096000" y="2523744"/>
            <a:ext cx="2767584" cy="200558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2" name="Picture Placeholder 2"/>
          <p:cNvSpPr>
            <a:spLocks noGrp="1"/>
          </p:cNvSpPr>
          <p:nvPr>
            <p:ph type="pic" sz="quarter" idx="33"/>
          </p:nvPr>
        </p:nvSpPr>
        <p:spPr>
          <a:xfrm>
            <a:off x="8863584" y="518160"/>
            <a:ext cx="2767584" cy="200558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5" name="Picture Placeholder 2"/>
          <p:cNvSpPr>
            <a:spLocks noGrp="1"/>
          </p:cNvSpPr>
          <p:nvPr>
            <p:ph type="pic" sz="quarter" idx="34"/>
          </p:nvPr>
        </p:nvSpPr>
        <p:spPr>
          <a:xfrm>
            <a:off x="8863584" y="2523744"/>
            <a:ext cx="2767584" cy="200558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1935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25"/>
          </p:nvPr>
        </p:nvSpPr>
        <p:spPr>
          <a:xfrm>
            <a:off x="560831" y="487680"/>
            <a:ext cx="2951607" cy="58521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26"/>
          </p:nvPr>
        </p:nvSpPr>
        <p:spPr>
          <a:xfrm>
            <a:off x="3512438" y="487680"/>
            <a:ext cx="2951607" cy="58521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27"/>
          </p:nvPr>
        </p:nvSpPr>
        <p:spPr>
          <a:xfrm>
            <a:off x="6464045" y="487680"/>
            <a:ext cx="5166339" cy="376732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66123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27"/>
          </p:nvPr>
        </p:nvSpPr>
        <p:spPr>
          <a:xfrm>
            <a:off x="560831" y="487680"/>
            <a:ext cx="11069553" cy="376732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6296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1" name="Picture Placeholder 3"/>
          <p:cNvSpPr>
            <a:spLocks noGrp="1"/>
          </p:cNvSpPr>
          <p:nvPr>
            <p:ph type="pic" sz="quarter" idx="17"/>
          </p:nvPr>
        </p:nvSpPr>
        <p:spPr>
          <a:xfrm>
            <a:off x="1292352" y="1027178"/>
            <a:ext cx="4803648" cy="4803644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5435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1" name="Picture Placeholder 3"/>
          <p:cNvSpPr>
            <a:spLocks noGrp="1"/>
          </p:cNvSpPr>
          <p:nvPr>
            <p:ph type="pic" sz="quarter" idx="17"/>
          </p:nvPr>
        </p:nvSpPr>
        <p:spPr>
          <a:xfrm>
            <a:off x="524256" y="545594"/>
            <a:ext cx="5791200" cy="5791196"/>
          </a:xfrm>
          <a:prstGeom prst="teardrop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26"/>
          </p:nvPr>
        </p:nvSpPr>
        <p:spPr>
          <a:xfrm>
            <a:off x="6705600" y="545594"/>
            <a:ext cx="2231136" cy="220979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27"/>
          </p:nvPr>
        </p:nvSpPr>
        <p:spPr>
          <a:xfrm>
            <a:off x="9326880" y="545594"/>
            <a:ext cx="2231136" cy="220979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24446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27"/>
          </p:nvPr>
        </p:nvSpPr>
        <p:spPr>
          <a:xfrm>
            <a:off x="560831" y="3429000"/>
            <a:ext cx="11069553" cy="29108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28"/>
          </p:nvPr>
        </p:nvSpPr>
        <p:spPr>
          <a:xfrm>
            <a:off x="8544262" y="545594"/>
            <a:ext cx="3078202" cy="288340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29"/>
          </p:nvPr>
        </p:nvSpPr>
        <p:spPr>
          <a:xfrm>
            <a:off x="5470332" y="545594"/>
            <a:ext cx="3078202" cy="288340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5738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28"/>
          </p:nvPr>
        </p:nvSpPr>
        <p:spPr>
          <a:xfrm>
            <a:off x="8278947" y="1865376"/>
            <a:ext cx="3343517" cy="317678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29"/>
          </p:nvPr>
        </p:nvSpPr>
        <p:spPr>
          <a:xfrm>
            <a:off x="4424241" y="1865376"/>
            <a:ext cx="3343517" cy="317678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31"/>
          </p:nvPr>
        </p:nvSpPr>
        <p:spPr>
          <a:xfrm>
            <a:off x="569535" y="1865376"/>
            <a:ext cx="3343517" cy="317678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5482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28"/>
          </p:nvPr>
        </p:nvSpPr>
        <p:spPr>
          <a:xfrm>
            <a:off x="7144513" y="646176"/>
            <a:ext cx="4477952" cy="439598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29"/>
          </p:nvPr>
        </p:nvSpPr>
        <p:spPr>
          <a:xfrm>
            <a:off x="4424241" y="1865376"/>
            <a:ext cx="2720271" cy="449884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31"/>
          </p:nvPr>
        </p:nvSpPr>
        <p:spPr>
          <a:xfrm>
            <a:off x="569535" y="1865376"/>
            <a:ext cx="3854706" cy="317678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64059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28"/>
          </p:nvPr>
        </p:nvSpPr>
        <p:spPr>
          <a:xfrm>
            <a:off x="7144513" y="3429000"/>
            <a:ext cx="4477952" cy="293522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29"/>
          </p:nvPr>
        </p:nvSpPr>
        <p:spPr>
          <a:xfrm>
            <a:off x="4424241" y="646176"/>
            <a:ext cx="2720271" cy="39014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31"/>
          </p:nvPr>
        </p:nvSpPr>
        <p:spPr>
          <a:xfrm>
            <a:off x="569535" y="1865376"/>
            <a:ext cx="1881057" cy="1828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32"/>
          </p:nvPr>
        </p:nvSpPr>
        <p:spPr>
          <a:xfrm>
            <a:off x="569535" y="3694176"/>
            <a:ext cx="3854706" cy="267004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33"/>
          </p:nvPr>
        </p:nvSpPr>
        <p:spPr>
          <a:xfrm>
            <a:off x="2450592" y="1865376"/>
            <a:ext cx="1973648" cy="1828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1" name="Picture Placeholder 2"/>
          <p:cNvSpPr>
            <a:spLocks noGrp="1"/>
          </p:cNvSpPr>
          <p:nvPr>
            <p:ph type="pic" sz="quarter" idx="34"/>
          </p:nvPr>
        </p:nvSpPr>
        <p:spPr>
          <a:xfrm>
            <a:off x="4424241" y="4547616"/>
            <a:ext cx="2720271" cy="181660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2" name="Picture Placeholder 2"/>
          <p:cNvSpPr>
            <a:spLocks noGrp="1"/>
          </p:cNvSpPr>
          <p:nvPr>
            <p:ph type="pic" sz="quarter" idx="35"/>
          </p:nvPr>
        </p:nvSpPr>
        <p:spPr>
          <a:xfrm>
            <a:off x="8973313" y="646176"/>
            <a:ext cx="2649152" cy="278282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3" name="Picture Placeholder 2"/>
          <p:cNvSpPr>
            <a:spLocks noGrp="1"/>
          </p:cNvSpPr>
          <p:nvPr>
            <p:ph type="pic" sz="quarter" idx="36"/>
          </p:nvPr>
        </p:nvSpPr>
        <p:spPr>
          <a:xfrm>
            <a:off x="7145090" y="1865376"/>
            <a:ext cx="1828222" cy="156362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7" name="Picture Placeholder 2"/>
          <p:cNvSpPr>
            <a:spLocks noGrp="1"/>
          </p:cNvSpPr>
          <p:nvPr>
            <p:ph type="pic" sz="quarter" idx="37"/>
          </p:nvPr>
        </p:nvSpPr>
        <p:spPr>
          <a:xfrm>
            <a:off x="569536" y="646176"/>
            <a:ext cx="3854128" cy="12192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9" name="Picture Placeholder 2"/>
          <p:cNvSpPr>
            <a:spLocks noGrp="1"/>
          </p:cNvSpPr>
          <p:nvPr>
            <p:ph type="pic" sz="quarter" idx="38"/>
          </p:nvPr>
        </p:nvSpPr>
        <p:spPr>
          <a:xfrm>
            <a:off x="7145090" y="646176"/>
            <a:ext cx="1828222" cy="12192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14929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28"/>
          </p:nvPr>
        </p:nvSpPr>
        <p:spPr>
          <a:xfrm>
            <a:off x="7144513" y="3429000"/>
            <a:ext cx="4477952" cy="293522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29"/>
          </p:nvPr>
        </p:nvSpPr>
        <p:spPr>
          <a:xfrm>
            <a:off x="4424241" y="646176"/>
            <a:ext cx="2720271" cy="39014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2" name="Picture Placeholder 2"/>
          <p:cNvSpPr>
            <a:spLocks noGrp="1"/>
          </p:cNvSpPr>
          <p:nvPr>
            <p:ph type="pic" sz="quarter" idx="35"/>
          </p:nvPr>
        </p:nvSpPr>
        <p:spPr>
          <a:xfrm>
            <a:off x="7144512" y="646176"/>
            <a:ext cx="4477953" cy="278282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7" name="Picture Placeholder 2"/>
          <p:cNvSpPr>
            <a:spLocks noGrp="1"/>
          </p:cNvSpPr>
          <p:nvPr>
            <p:ph type="pic" sz="quarter" idx="37"/>
          </p:nvPr>
        </p:nvSpPr>
        <p:spPr>
          <a:xfrm>
            <a:off x="569536" y="646176"/>
            <a:ext cx="3854128" cy="39014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94023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32"/>
          </p:nvPr>
        </p:nvSpPr>
        <p:spPr>
          <a:xfrm>
            <a:off x="569535" y="474555"/>
            <a:ext cx="3685473" cy="295444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4" name="Picture Placeholder 2"/>
          <p:cNvSpPr>
            <a:spLocks noGrp="1"/>
          </p:cNvSpPr>
          <p:nvPr>
            <p:ph type="pic" sz="quarter" idx="33"/>
          </p:nvPr>
        </p:nvSpPr>
        <p:spPr>
          <a:xfrm>
            <a:off x="4253263" y="474555"/>
            <a:ext cx="3685473" cy="295444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5" name="Picture Placeholder 2"/>
          <p:cNvSpPr>
            <a:spLocks noGrp="1"/>
          </p:cNvSpPr>
          <p:nvPr>
            <p:ph type="pic" sz="quarter" idx="34"/>
          </p:nvPr>
        </p:nvSpPr>
        <p:spPr>
          <a:xfrm>
            <a:off x="7936991" y="474555"/>
            <a:ext cx="3685473" cy="295444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6" name="Picture Placeholder 2"/>
          <p:cNvSpPr>
            <a:spLocks noGrp="1"/>
          </p:cNvSpPr>
          <p:nvPr>
            <p:ph type="pic" sz="quarter" idx="35"/>
          </p:nvPr>
        </p:nvSpPr>
        <p:spPr>
          <a:xfrm>
            <a:off x="569535" y="3429000"/>
            <a:ext cx="7367456" cy="295444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8" name="Picture Placeholder 2"/>
          <p:cNvSpPr>
            <a:spLocks noGrp="1"/>
          </p:cNvSpPr>
          <p:nvPr>
            <p:ph type="pic" sz="quarter" idx="37"/>
          </p:nvPr>
        </p:nvSpPr>
        <p:spPr>
          <a:xfrm>
            <a:off x="7936991" y="3429000"/>
            <a:ext cx="3685473" cy="295444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5301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26" name="Picture Placeholder 2"/>
          <p:cNvSpPr>
            <a:spLocks noGrp="1"/>
          </p:cNvSpPr>
          <p:nvPr>
            <p:ph type="pic" sz="quarter" idx="35"/>
          </p:nvPr>
        </p:nvSpPr>
        <p:spPr>
          <a:xfrm>
            <a:off x="569535" y="474556"/>
            <a:ext cx="5526465" cy="590889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36"/>
          </p:nvPr>
        </p:nvSpPr>
        <p:spPr>
          <a:xfrm>
            <a:off x="6095999" y="474556"/>
            <a:ext cx="5526465" cy="590889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1478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36"/>
          </p:nvPr>
        </p:nvSpPr>
        <p:spPr>
          <a:xfrm>
            <a:off x="6315456" y="474556"/>
            <a:ext cx="5307008" cy="409744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37"/>
          </p:nvPr>
        </p:nvSpPr>
        <p:spPr>
          <a:xfrm>
            <a:off x="573024" y="474556"/>
            <a:ext cx="5307008" cy="409744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108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37"/>
          </p:nvPr>
        </p:nvSpPr>
        <p:spPr>
          <a:xfrm>
            <a:off x="0" y="0"/>
            <a:ext cx="8544262" cy="68580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38"/>
          </p:nvPr>
        </p:nvSpPr>
        <p:spPr>
          <a:xfrm>
            <a:off x="9026464" y="2596896"/>
            <a:ext cx="2516066" cy="166420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39"/>
          </p:nvPr>
        </p:nvSpPr>
        <p:spPr>
          <a:xfrm>
            <a:off x="9026464" y="4709818"/>
            <a:ext cx="2516066" cy="166420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40"/>
          </p:nvPr>
        </p:nvSpPr>
        <p:spPr>
          <a:xfrm>
            <a:off x="9026464" y="483974"/>
            <a:ext cx="2516066" cy="166420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35318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37"/>
          </p:nvPr>
        </p:nvSpPr>
        <p:spPr>
          <a:xfrm>
            <a:off x="0" y="2267712"/>
            <a:ext cx="12192000" cy="459028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9663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37"/>
          </p:nvPr>
        </p:nvSpPr>
        <p:spPr>
          <a:xfrm>
            <a:off x="3145536" y="2267712"/>
            <a:ext cx="9046464" cy="380390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38"/>
          </p:nvPr>
        </p:nvSpPr>
        <p:spPr>
          <a:xfrm>
            <a:off x="0" y="2267712"/>
            <a:ext cx="3145536" cy="380390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2757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37"/>
          </p:nvPr>
        </p:nvSpPr>
        <p:spPr>
          <a:xfrm>
            <a:off x="0" y="780288"/>
            <a:ext cx="6925056" cy="530352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6886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37"/>
          </p:nvPr>
        </p:nvSpPr>
        <p:spPr>
          <a:xfrm>
            <a:off x="2414016" y="1569720"/>
            <a:ext cx="3681984" cy="37185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85353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ive &amp; Photography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37"/>
          </p:nvPr>
        </p:nvSpPr>
        <p:spPr>
          <a:xfrm>
            <a:off x="890016" y="731520"/>
            <a:ext cx="2767584" cy="26974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38"/>
          </p:nvPr>
        </p:nvSpPr>
        <p:spPr>
          <a:xfrm>
            <a:off x="3657600" y="731520"/>
            <a:ext cx="2767584" cy="26974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39"/>
          </p:nvPr>
        </p:nvSpPr>
        <p:spPr>
          <a:xfrm>
            <a:off x="890016" y="3429000"/>
            <a:ext cx="2767584" cy="26974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65918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siness Surve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37"/>
          </p:nvPr>
        </p:nvSpPr>
        <p:spPr>
          <a:xfrm>
            <a:off x="730527" y="3429000"/>
            <a:ext cx="2767584" cy="26974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38"/>
          </p:nvPr>
        </p:nvSpPr>
        <p:spPr>
          <a:xfrm>
            <a:off x="3498111" y="3429000"/>
            <a:ext cx="2767584" cy="26974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49079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siness Surve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37"/>
          </p:nvPr>
        </p:nvSpPr>
        <p:spPr>
          <a:xfrm>
            <a:off x="0" y="1478656"/>
            <a:ext cx="12192000" cy="264677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62907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-Comme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37"/>
          </p:nvPr>
        </p:nvSpPr>
        <p:spPr>
          <a:xfrm>
            <a:off x="873760" y="1996440"/>
            <a:ext cx="2865120" cy="286512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38"/>
          </p:nvPr>
        </p:nvSpPr>
        <p:spPr>
          <a:xfrm>
            <a:off x="3891280" y="3429000"/>
            <a:ext cx="1869440" cy="18694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77161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-Commerc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37"/>
          </p:nvPr>
        </p:nvSpPr>
        <p:spPr>
          <a:xfrm>
            <a:off x="0" y="2916936"/>
            <a:ext cx="8284464" cy="183794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58375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-Commerc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/>
          <p:cNvSpPr>
            <a:spLocks noGrp="1"/>
          </p:cNvSpPr>
          <p:nvPr>
            <p:ph type="pic" sz="quarter" idx="37"/>
          </p:nvPr>
        </p:nvSpPr>
        <p:spPr>
          <a:xfrm>
            <a:off x="-11312" y="4892511"/>
            <a:ext cx="12203311" cy="196548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</p:spTree>
    <p:extLst>
      <p:ext uri="{BB962C8B-B14F-4D97-AF65-F5344CB8AC3E}">
        <p14:creationId xmlns:p14="http://schemas.microsoft.com/office/powerpoint/2010/main" val="3155577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s Catalog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/>
          <p:cNvSpPr>
            <a:spLocks noGrp="1"/>
          </p:cNvSpPr>
          <p:nvPr>
            <p:ph type="pic" sz="quarter" idx="37"/>
          </p:nvPr>
        </p:nvSpPr>
        <p:spPr>
          <a:xfrm>
            <a:off x="-11312" y="1819373"/>
            <a:ext cx="12203311" cy="150828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</p:spTree>
    <p:extLst>
      <p:ext uri="{BB962C8B-B14F-4D97-AF65-F5344CB8AC3E}">
        <p14:creationId xmlns:p14="http://schemas.microsoft.com/office/powerpoint/2010/main" val="3232088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s Catalo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/>
          <p:cNvSpPr>
            <a:spLocks noGrp="1"/>
          </p:cNvSpPr>
          <p:nvPr>
            <p:ph type="pic" sz="quarter" idx="37"/>
          </p:nvPr>
        </p:nvSpPr>
        <p:spPr>
          <a:xfrm>
            <a:off x="1528400" y="1611983"/>
            <a:ext cx="3279270" cy="292231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38"/>
          </p:nvPr>
        </p:nvSpPr>
        <p:spPr>
          <a:xfrm>
            <a:off x="5091732" y="1611983"/>
            <a:ext cx="3279270" cy="292231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20591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s Catalog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/>
          <p:cNvSpPr>
            <a:spLocks noGrp="1"/>
          </p:cNvSpPr>
          <p:nvPr>
            <p:ph type="pic" sz="quarter" idx="37"/>
          </p:nvPr>
        </p:nvSpPr>
        <p:spPr>
          <a:xfrm>
            <a:off x="1358717" y="1508287"/>
            <a:ext cx="4118256" cy="354447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38"/>
          </p:nvPr>
        </p:nvSpPr>
        <p:spPr>
          <a:xfrm>
            <a:off x="6438507" y="5052766"/>
            <a:ext cx="1686141" cy="129147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39"/>
          </p:nvPr>
        </p:nvSpPr>
        <p:spPr>
          <a:xfrm>
            <a:off x="8124648" y="5052766"/>
            <a:ext cx="1686141" cy="129147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40"/>
          </p:nvPr>
        </p:nvSpPr>
        <p:spPr>
          <a:xfrm>
            <a:off x="9810789" y="5052766"/>
            <a:ext cx="1686141" cy="129147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92046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s Catalog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/>
          <p:cNvSpPr>
            <a:spLocks noGrp="1"/>
          </p:cNvSpPr>
          <p:nvPr>
            <p:ph type="pic" sz="quarter" idx="37"/>
          </p:nvPr>
        </p:nvSpPr>
        <p:spPr>
          <a:xfrm>
            <a:off x="1217315" y="1508287"/>
            <a:ext cx="2204615" cy="189478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38"/>
          </p:nvPr>
        </p:nvSpPr>
        <p:spPr>
          <a:xfrm>
            <a:off x="1217315" y="3959258"/>
            <a:ext cx="2204615" cy="189478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39"/>
          </p:nvPr>
        </p:nvSpPr>
        <p:spPr>
          <a:xfrm>
            <a:off x="3734272" y="1508287"/>
            <a:ext cx="2204615" cy="189478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1" name="Picture Placeholder 2"/>
          <p:cNvSpPr>
            <a:spLocks noGrp="1"/>
          </p:cNvSpPr>
          <p:nvPr>
            <p:ph type="pic" sz="quarter" idx="40"/>
          </p:nvPr>
        </p:nvSpPr>
        <p:spPr>
          <a:xfrm>
            <a:off x="3734272" y="3959258"/>
            <a:ext cx="2204615" cy="189478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2" name="Picture Placeholder 2"/>
          <p:cNvSpPr>
            <a:spLocks noGrp="1"/>
          </p:cNvSpPr>
          <p:nvPr>
            <p:ph type="pic" sz="quarter" idx="41"/>
          </p:nvPr>
        </p:nvSpPr>
        <p:spPr>
          <a:xfrm>
            <a:off x="6251229" y="1508287"/>
            <a:ext cx="2204615" cy="189478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3" name="Picture Placeholder 2"/>
          <p:cNvSpPr>
            <a:spLocks noGrp="1"/>
          </p:cNvSpPr>
          <p:nvPr>
            <p:ph type="pic" sz="quarter" idx="42"/>
          </p:nvPr>
        </p:nvSpPr>
        <p:spPr>
          <a:xfrm>
            <a:off x="6251229" y="3959258"/>
            <a:ext cx="2204615" cy="189478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4" name="Picture Placeholder 2"/>
          <p:cNvSpPr>
            <a:spLocks noGrp="1"/>
          </p:cNvSpPr>
          <p:nvPr>
            <p:ph type="pic" sz="quarter" idx="43"/>
          </p:nvPr>
        </p:nvSpPr>
        <p:spPr>
          <a:xfrm>
            <a:off x="8768186" y="1508287"/>
            <a:ext cx="2204615" cy="189478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5" name="Picture Placeholder 2"/>
          <p:cNvSpPr>
            <a:spLocks noGrp="1"/>
          </p:cNvSpPr>
          <p:nvPr>
            <p:ph type="pic" sz="quarter" idx="44"/>
          </p:nvPr>
        </p:nvSpPr>
        <p:spPr>
          <a:xfrm>
            <a:off x="8768186" y="3959258"/>
            <a:ext cx="2204615" cy="189478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249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s Catalog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39"/>
          </p:nvPr>
        </p:nvSpPr>
        <p:spPr>
          <a:xfrm>
            <a:off x="3734272" y="1508287"/>
            <a:ext cx="2204615" cy="189478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1" name="Picture Placeholder 2"/>
          <p:cNvSpPr>
            <a:spLocks noGrp="1"/>
          </p:cNvSpPr>
          <p:nvPr>
            <p:ph type="pic" sz="quarter" idx="40"/>
          </p:nvPr>
        </p:nvSpPr>
        <p:spPr>
          <a:xfrm>
            <a:off x="3734272" y="3959258"/>
            <a:ext cx="2204615" cy="189478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2" name="Picture Placeholder 2"/>
          <p:cNvSpPr>
            <a:spLocks noGrp="1"/>
          </p:cNvSpPr>
          <p:nvPr>
            <p:ph type="pic" sz="quarter" idx="41"/>
          </p:nvPr>
        </p:nvSpPr>
        <p:spPr>
          <a:xfrm>
            <a:off x="6251229" y="1508287"/>
            <a:ext cx="2204615" cy="189478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3" name="Picture Placeholder 2"/>
          <p:cNvSpPr>
            <a:spLocks noGrp="1"/>
          </p:cNvSpPr>
          <p:nvPr>
            <p:ph type="pic" sz="quarter" idx="42"/>
          </p:nvPr>
        </p:nvSpPr>
        <p:spPr>
          <a:xfrm>
            <a:off x="6251229" y="3959258"/>
            <a:ext cx="2204615" cy="189478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4" name="Picture Placeholder 2"/>
          <p:cNvSpPr>
            <a:spLocks noGrp="1"/>
          </p:cNvSpPr>
          <p:nvPr>
            <p:ph type="pic" sz="quarter" idx="43"/>
          </p:nvPr>
        </p:nvSpPr>
        <p:spPr>
          <a:xfrm>
            <a:off x="8768186" y="1508287"/>
            <a:ext cx="2204615" cy="189478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5" name="Picture Placeholder 2"/>
          <p:cNvSpPr>
            <a:spLocks noGrp="1"/>
          </p:cNvSpPr>
          <p:nvPr>
            <p:ph type="pic" sz="quarter" idx="44"/>
          </p:nvPr>
        </p:nvSpPr>
        <p:spPr>
          <a:xfrm>
            <a:off x="8768186" y="3959258"/>
            <a:ext cx="2204615" cy="189478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1202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s Catalog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21" name="Picture Placeholder 2"/>
          <p:cNvSpPr>
            <a:spLocks noGrp="1"/>
          </p:cNvSpPr>
          <p:nvPr>
            <p:ph type="pic" sz="quarter" idx="40"/>
          </p:nvPr>
        </p:nvSpPr>
        <p:spPr>
          <a:xfrm>
            <a:off x="3734272" y="2733774"/>
            <a:ext cx="2204615" cy="213045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3" name="Picture Placeholder 2"/>
          <p:cNvSpPr>
            <a:spLocks noGrp="1"/>
          </p:cNvSpPr>
          <p:nvPr>
            <p:ph type="pic" sz="quarter" idx="42"/>
          </p:nvPr>
        </p:nvSpPr>
        <p:spPr>
          <a:xfrm>
            <a:off x="6251229" y="2733774"/>
            <a:ext cx="2204615" cy="213045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5" name="Picture Placeholder 2"/>
          <p:cNvSpPr>
            <a:spLocks noGrp="1"/>
          </p:cNvSpPr>
          <p:nvPr>
            <p:ph type="pic" sz="quarter" idx="44"/>
          </p:nvPr>
        </p:nvSpPr>
        <p:spPr>
          <a:xfrm>
            <a:off x="8768186" y="2733774"/>
            <a:ext cx="2204615" cy="213045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45"/>
          </p:nvPr>
        </p:nvSpPr>
        <p:spPr>
          <a:xfrm>
            <a:off x="1217315" y="2733774"/>
            <a:ext cx="2204615" cy="213045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43937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s Catalog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45"/>
          </p:nvPr>
        </p:nvSpPr>
        <p:spPr>
          <a:xfrm>
            <a:off x="0" y="1923069"/>
            <a:ext cx="4883085" cy="493493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46"/>
          </p:nvPr>
        </p:nvSpPr>
        <p:spPr>
          <a:xfrm>
            <a:off x="5703215" y="4006392"/>
            <a:ext cx="1894787" cy="157427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47"/>
          </p:nvPr>
        </p:nvSpPr>
        <p:spPr>
          <a:xfrm>
            <a:off x="7673417" y="4006392"/>
            <a:ext cx="1894787" cy="157427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48"/>
          </p:nvPr>
        </p:nvSpPr>
        <p:spPr>
          <a:xfrm>
            <a:off x="9643619" y="4006392"/>
            <a:ext cx="1894787" cy="157427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5404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s Catalog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45"/>
          </p:nvPr>
        </p:nvSpPr>
        <p:spPr>
          <a:xfrm>
            <a:off x="0" y="0"/>
            <a:ext cx="6096000" cy="685800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48"/>
          </p:nvPr>
        </p:nvSpPr>
        <p:spPr>
          <a:xfrm>
            <a:off x="9294829" y="2507531"/>
            <a:ext cx="2247701" cy="18429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5" name="Picture Placeholder 2"/>
          <p:cNvSpPr>
            <a:spLocks noGrp="1"/>
          </p:cNvSpPr>
          <p:nvPr>
            <p:ph type="pic" sz="quarter" idx="49"/>
          </p:nvPr>
        </p:nvSpPr>
        <p:spPr>
          <a:xfrm>
            <a:off x="7047128" y="2507531"/>
            <a:ext cx="2247701" cy="18429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6" name="Picture Placeholder 2"/>
          <p:cNvSpPr>
            <a:spLocks noGrp="1"/>
          </p:cNvSpPr>
          <p:nvPr>
            <p:ph type="pic" sz="quarter" idx="50"/>
          </p:nvPr>
        </p:nvSpPr>
        <p:spPr>
          <a:xfrm>
            <a:off x="4799427" y="2507531"/>
            <a:ext cx="2247701" cy="18429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26937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s Catalog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45"/>
          </p:nvPr>
        </p:nvSpPr>
        <p:spPr>
          <a:xfrm>
            <a:off x="0" y="2507531"/>
            <a:ext cx="4799427" cy="36858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48"/>
          </p:nvPr>
        </p:nvSpPr>
        <p:spPr>
          <a:xfrm>
            <a:off x="9294829" y="2507531"/>
            <a:ext cx="2247701" cy="18429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5" name="Picture Placeholder 2"/>
          <p:cNvSpPr>
            <a:spLocks noGrp="1"/>
          </p:cNvSpPr>
          <p:nvPr>
            <p:ph type="pic" sz="quarter" idx="49"/>
          </p:nvPr>
        </p:nvSpPr>
        <p:spPr>
          <a:xfrm>
            <a:off x="7047128" y="2507531"/>
            <a:ext cx="2247701" cy="18429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6" name="Picture Placeholder 2"/>
          <p:cNvSpPr>
            <a:spLocks noGrp="1"/>
          </p:cNvSpPr>
          <p:nvPr>
            <p:ph type="pic" sz="quarter" idx="50"/>
          </p:nvPr>
        </p:nvSpPr>
        <p:spPr>
          <a:xfrm>
            <a:off x="4799427" y="2507531"/>
            <a:ext cx="2247701" cy="18429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51"/>
          </p:nvPr>
        </p:nvSpPr>
        <p:spPr>
          <a:xfrm>
            <a:off x="9294829" y="4350471"/>
            <a:ext cx="2247701" cy="18429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52"/>
          </p:nvPr>
        </p:nvSpPr>
        <p:spPr>
          <a:xfrm>
            <a:off x="7047128" y="4350471"/>
            <a:ext cx="2247701" cy="18429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53"/>
          </p:nvPr>
        </p:nvSpPr>
        <p:spPr>
          <a:xfrm>
            <a:off x="4799427" y="4350471"/>
            <a:ext cx="2247701" cy="18429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1737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s Catalog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26" name="Picture Placeholder 2"/>
          <p:cNvSpPr>
            <a:spLocks noGrp="1"/>
          </p:cNvSpPr>
          <p:nvPr>
            <p:ph type="pic" sz="quarter" idx="50"/>
          </p:nvPr>
        </p:nvSpPr>
        <p:spPr>
          <a:xfrm>
            <a:off x="1211938" y="2724348"/>
            <a:ext cx="1866504" cy="209274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51"/>
          </p:nvPr>
        </p:nvSpPr>
        <p:spPr>
          <a:xfrm>
            <a:off x="3180814" y="2724348"/>
            <a:ext cx="1866504" cy="209274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52"/>
          </p:nvPr>
        </p:nvSpPr>
        <p:spPr>
          <a:xfrm>
            <a:off x="5149690" y="2724348"/>
            <a:ext cx="1866504" cy="209274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1" name="Picture Placeholder 2"/>
          <p:cNvSpPr>
            <a:spLocks noGrp="1"/>
          </p:cNvSpPr>
          <p:nvPr>
            <p:ph type="pic" sz="quarter" idx="53"/>
          </p:nvPr>
        </p:nvSpPr>
        <p:spPr>
          <a:xfrm>
            <a:off x="7118566" y="2724348"/>
            <a:ext cx="1866504" cy="209274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2" name="Picture Placeholder 2"/>
          <p:cNvSpPr>
            <a:spLocks noGrp="1"/>
          </p:cNvSpPr>
          <p:nvPr>
            <p:ph type="pic" sz="quarter" idx="54"/>
          </p:nvPr>
        </p:nvSpPr>
        <p:spPr>
          <a:xfrm>
            <a:off x="9087442" y="2724348"/>
            <a:ext cx="1866504" cy="209274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600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s Catalog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26" name="Picture Placeholder 2"/>
          <p:cNvSpPr>
            <a:spLocks noGrp="1"/>
          </p:cNvSpPr>
          <p:nvPr>
            <p:ph type="pic" sz="quarter" idx="50"/>
          </p:nvPr>
        </p:nvSpPr>
        <p:spPr>
          <a:xfrm>
            <a:off x="3284650" y="1715680"/>
            <a:ext cx="7669296" cy="209274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51"/>
          </p:nvPr>
        </p:nvSpPr>
        <p:spPr>
          <a:xfrm>
            <a:off x="1211938" y="3808429"/>
            <a:ext cx="2068590" cy="209274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52"/>
          </p:nvPr>
        </p:nvSpPr>
        <p:spPr>
          <a:xfrm>
            <a:off x="3280528" y="3808429"/>
            <a:ext cx="3893270" cy="209274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53"/>
          </p:nvPr>
        </p:nvSpPr>
        <p:spPr>
          <a:xfrm>
            <a:off x="7173798" y="3808429"/>
            <a:ext cx="2068590" cy="209274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54"/>
          </p:nvPr>
        </p:nvSpPr>
        <p:spPr>
          <a:xfrm>
            <a:off x="9242388" y="3808429"/>
            <a:ext cx="1715678" cy="209274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3" name="Picture Placeholder 2"/>
          <p:cNvSpPr>
            <a:spLocks noGrp="1"/>
          </p:cNvSpPr>
          <p:nvPr>
            <p:ph type="pic" sz="quarter" idx="55"/>
          </p:nvPr>
        </p:nvSpPr>
        <p:spPr>
          <a:xfrm>
            <a:off x="1217245" y="1715680"/>
            <a:ext cx="2059162" cy="209274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09867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s Catalog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20" name="Picture Placeholder 2"/>
          <p:cNvSpPr>
            <a:spLocks noGrp="1"/>
          </p:cNvSpPr>
          <p:nvPr>
            <p:ph type="pic" sz="quarter" idx="54"/>
          </p:nvPr>
        </p:nvSpPr>
        <p:spPr>
          <a:xfrm>
            <a:off x="6466899" y="2278929"/>
            <a:ext cx="1504169" cy="139752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sz="quarter" idx="55"/>
          </p:nvPr>
        </p:nvSpPr>
        <p:spPr>
          <a:xfrm>
            <a:off x="8153649" y="2278929"/>
            <a:ext cx="1504169" cy="139752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1" name="Picture Placeholder 2"/>
          <p:cNvSpPr>
            <a:spLocks noGrp="1"/>
          </p:cNvSpPr>
          <p:nvPr>
            <p:ph type="pic" sz="quarter" idx="56"/>
          </p:nvPr>
        </p:nvSpPr>
        <p:spPr>
          <a:xfrm>
            <a:off x="9840399" y="2278929"/>
            <a:ext cx="1504169" cy="139752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2" name="Picture Placeholder 2"/>
          <p:cNvSpPr>
            <a:spLocks noGrp="1"/>
          </p:cNvSpPr>
          <p:nvPr>
            <p:ph type="pic" sz="quarter" idx="57"/>
          </p:nvPr>
        </p:nvSpPr>
        <p:spPr>
          <a:xfrm>
            <a:off x="6466899" y="4372942"/>
            <a:ext cx="1504169" cy="139752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4" name="Picture Placeholder 2"/>
          <p:cNvSpPr>
            <a:spLocks noGrp="1"/>
          </p:cNvSpPr>
          <p:nvPr>
            <p:ph type="pic" sz="quarter" idx="58"/>
          </p:nvPr>
        </p:nvSpPr>
        <p:spPr>
          <a:xfrm>
            <a:off x="8153649" y="4372942"/>
            <a:ext cx="1504169" cy="139752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5" name="Picture Placeholder 2"/>
          <p:cNvSpPr>
            <a:spLocks noGrp="1"/>
          </p:cNvSpPr>
          <p:nvPr>
            <p:ph type="pic" sz="quarter" idx="59"/>
          </p:nvPr>
        </p:nvSpPr>
        <p:spPr>
          <a:xfrm>
            <a:off x="9840399" y="4372942"/>
            <a:ext cx="1504169" cy="139752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7" name="Picture Placeholder 2"/>
          <p:cNvSpPr>
            <a:spLocks noGrp="1"/>
          </p:cNvSpPr>
          <p:nvPr>
            <p:ph type="pic" sz="quarter" idx="60"/>
          </p:nvPr>
        </p:nvSpPr>
        <p:spPr>
          <a:xfrm>
            <a:off x="888392" y="2278929"/>
            <a:ext cx="1504169" cy="139752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8" name="Picture Placeholder 2"/>
          <p:cNvSpPr>
            <a:spLocks noGrp="1"/>
          </p:cNvSpPr>
          <p:nvPr>
            <p:ph type="pic" sz="quarter" idx="61"/>
          </p:nvPr>
        </p:nvSpPr>
        <p:spPr>
          <a:xfrm>
            <a:off x="2575142" y="2278929"/>
            <a:ext cx="1504169" cy="139752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9" name="Picture Placeholder 2"/>
          <p:cNvSpPr>
            <a:spLocks noGrp="1"/>
          </p:cNvSpPr>
          <p:nvPr>
            <p:ph type="pic" sz="quarter" idx="62"/>
          </p:nvPr>
        </p:nvSpPr>
        <p:spPr>
          <a:xfrm>
            <a:off x="4261892" y="2278929"/>
            <a:ext cx="1504169" cy="139752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1" name="Picture Placeholder 2"/>
          <p:cNvSpPr>
            <a:spLocks noGrp="1"/>
          </p:cNvSpPr>
          <p:nvPr>
            <p:ph type="pic" sz="quarter" idx="63"/>
          </p:nvPr>
        </p:nvSpPr>
        <p:spPr>
          <a:xfrm>
            <a:off x="888392" y="4372942"/>
            <a:ext cx="1504169" cy="139752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2" name="Picture Placeholder 2"/>
          <p:cNvSpPr>
            <a:spLocks noGrp="1"/>
          </p:cNvSpPr>
          <p:nvPr>
            <p:ph type="pic" sz="quarter" idx="64"/>
          </p:nvPr>
        </p:nvSpPr>
        <p:spPr>
          <a:xfrm>
            <a:off x="2575142" y="4372942"/>
            <a:ext cx="1504169" cy="139752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5" name="Picture Placeholder 2"/>
          <p:cNvSpPr>
            <a:spLocks noGrp="1"/>
          </p:cNvSpPr>
          <p:nvPr>
            <p:ph type="pic" sz="quarter" idx="65"/>
          </p:nvPr>
        </p:nvSpPr>
        <p:spPr>
          <a:xfrm>
            <a:off x="4261892" y="4372942"/>
            <a:ext cx="1504169" cy="139752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1336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s Catalog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27" name="Picture Placeholder 2"/>
          <p:cNvSpPr>
            <a:spLocks noGrp="1"/>
          </p:cNvSpPr>
          <p:nvPr>
            <p:ph type="pic" sz="quarter" idx="60"/>
          </p:nvPr>
        </p:nvSpPr>
        <p:spPr>
          <a:xfrm>
            <a:off x="539601" y="437979"/>
            <a:ext cx="2015064" cy="59439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3" name="Picture Placeholder 2"/>
          <p:cNvSpPr>
            <a:spLocks noGrp="1"/>
          </p:cNvSpPr>
          <p:nvPr>
            <p:ph type="pic" sz="quarter" idx="61"/>
          </p:nvPr>
        </p:nvSpPr>
        <p:spPr>
          <a:xfrm>
            <a:off x="2632351" y="437979"/>
            <a:ext cx="2015064" cy="59439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6" name="Picture Placeholder 2"/>
          <p:cNvSpPr>
            <a:spLocks noGrp="1"/>
          </p:cNvSpPr>
          <p:nvPr>
            <p:ph type="pic" sz="quarter" idx="62"/>
          </p:nvPr>
        </p:nvSpPr>
        <p:spPr>
          <a:xfrm>
            <a:off x="4725101" y="437979"/>
            <a:ext cx="2015064" cy="59439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80162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orts &amp; Fitnes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27" name="Picture Placeholder 2"/>
          <p:cNvSpPr>
            <a:spLocks noGrp="1"/>
          </p:cNvSpPr>
          <p:nvPr>
            <p:ph type="pic" sz="quarter" idx="60"/>
          </p:nvPr>
        </p:nvSpPr>
        <p:spPr>
          <a:xfrm>
            <a:off x="0" y="1595121"/>
            <a:ext cx="6014720" cy="35102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61"/>
          </p:nvPr>
        </p:nvSpPr>
        <p:spPr>
          <a:xfrm>
            <a:off x="6177280" y="1595121"/>
            <a:ext cx="1971040" cy="167639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62"/>
          </p:nvPr>
        </p:nvSpPr>
        <p:spPr>
          <a:xfrm>
            <a:off x="6177280" y="3429001"/>
            <a:ext cx="1971040" cy="1676399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32686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orts &amp; Fitnes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27" name="Picture Placeholder 2"/>
          <p:cNvSpPr>
            <a:spLocks noGrp="1"/>
          </p:cNvSpPr>
          <p:nvPr>
            <p:ph type="pic" sz="quarter" idx="60"/>
          </p:nvPr>
        </p:nvSpPr>
        <p:spPr>
          <a:xfrm>
            <a:off x="5638800" y="599440"/>
            <a:ext cx="6553200" cy="57505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45472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ds &amp; Restaura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1" name="Picture Placeholder 3"/>
          <p:cNvSpPr>
            <a:spLocks noGrp="1"/>
          </p:cNvSpPr>
          <p:nvPr>
            <p:ph type="pic" sz="quarter" idx="17"/>
          </p:nvPr>
        </p:nvSpPr>
        <p:spPr>
          <a:xfrm>
            <a:off x="1383792" y="1699769"/>
            <a:ext cx="1755648" cy="1755646"/>
          </a:xfrm>
          <a:prstGeom prst="teardrop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15" name="Picture Placeholder 3"/>
          <p:cNvSpPr>
            <a:spLocks noGrp="1"/>
          </p:cNvSpPr>
          <p:nvPr>
            <p:ph type="pic" sz="quarter" idx="18"/>
          </p:nvPr>
        </p:nvSpPr>
        <p:spPr>
          <a:xfrm>
            <a:off x="1383792" y="4087369"/>
            <a:ext cx="1755648" cy="1755646"/>
          </a:xfrm>
          <a:prstGeom prst="teardrop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16" name="Picture Placeholder 3"/>
          <p:cNvSpPr>
            <a:spLocks noGrp="1"/>
          </p:cNvSpPr>
          <p:nvPr>
            <p:ph type="pic" sz="quarter" idx="19"/>
          </p:nvPr>
        </p:nvSpPr>
        <p:spPr>
          <a:xfrm>
            <a:off x="6098032" y="1699769"/>
            <a:ext cx="1755648" cy="1755646"/>
          </a:xfrm>
          <a:prstGeom prst="teardrop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17" name="Picture Placeholder 3"/>
          <p:cNvSpPr>
            <a:spLocks noGrp="1"/>
          </p:cNvSpPr>
          <p:nvPr>
            <p:ph type="pic" sz="quarter" idx="20"/>
          </p:nvPr>
        </p:nvSpPr>
        <p:spPr>
          <a:xfrm>
            <a:off x="6098032" y="4087369"/>
            <a:ext cx="1755648" cy="1755646"/>
          </a:xfrm>
          <a:prstGeom prst="teardrop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1902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ds &amp; Restaura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1" name="Picture Placeholder 3"/>
          <p:cNvSpPr>
            <a:spLocks noGrp="1"/>
          </p:cNvSpPr>
          <p:nvPr>
            <p:ph type="pic" sz="quarter" idx="17"/>
          </p:nvPr>
        </p:nvSpPr>
        <p:spPr>
          <a:xfrm>
            <a:off x="1383792" y="1699769"/>
            <a:ext cx="3157728" cy="3157724"/>
          </a:xfrm>
          <a:prstGeom prst="teardrop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Picture Placeholder 3"/>
          <p:cNvSpPr>
            <a:spLocks noGrp="1"/>
          </p:cNvSpPr>
          <p:nvPr>
            <p:ph type="pic" sz="quarter" idx="18"/>
          </p:nvPr>
        </p:nvSpPr>
        <p:spPr>
          <a:xfrm>
            <a:off x="4167632" y="4328159"/>
            <a:ext cx="1725168" cy="1725166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18" name="Picture Placeholder 3"/>
          <p:cNvSpPr>
            <a:spLocks noGrp="1"/>
          </p:cNvSpPr>
          <p:nvPr>
            <p:ph type="pic" sz="quarter" idx="19"/>
          </p:nvPr>
        </p:nvSpPr>
        <p:spPr>
          <a:xfrm>
            <a:off x="6280912" y="4328159"/>
            <a:ext cx="1725168" cy="1725166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19" name="Picture Placeholder 3"/>
          <p:cNvSpPr>
            <a:spLocks noGrp="1"/>
          </p:cNvSpPr>
          <p:nvPr>
            <p:ph type="pic" sz="quarter" idx="20"/>
          </p:nvPr>
        </p:nvSpPr>
        <p:spPr>
          <a:xfrm>
            <a:off x="8394192" y="4328159"/>
            <a:ext cx="1725168" cy="1725166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034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ds &amp; Restaura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9" name="Picture Placeholder 3"/>
          <p:cNvSpPr>
            <a:spLocks noGrp="1"/>
          </p:cNvSpPr>
          <p:nvPr>
            <p:ph type="pic" sz="quarter" idx="20"/>
          </p:nvPr>
        </p:nvSpPr>
        <p:spPr>
          <a:xfrm>
            <a:off x="4584192" y="1503679"/>
            <a:ext cx="2294128" cy="2294126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15" name="Picture Placeholder 3"/>
          <p:cNvSpPr>
            <a:spLocks noGrp="1"/>
          </p:cNvSpPr>
          <p:nvPr>
            <p:ph type="pic" sz="quarter" idx="21"/>
          </p:nvPr>
        </p:nvSpPr>
        <p:spPr>
          <a:xfrm>
            <a:off x="4584192" y="3921759"/>
            <a:ext cx="2294128" cy="2294126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16" name="Picture Placeholder 3"/>
          <p:cNvSpPr>
            <a:spLocks noGrp="1"/>
          </p:cNvSpPr>
          <p:nvPr>
            <p:ph type="pic" sz="quarter" idx="22"/>
          </p:nvPr>
        </p:nvSpPr>
        <p:spPr>
          <a:xfrm>
            <a:off x="7032752" y="3921759"/>
            <a:ext cx="2294128" cy="2294126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8464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ds &amp; Restaura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60"/>
          </p:nvPr>
        </p:nvSpPr>
        <p:spPr>
          <a:xfrm>
            <a:off x="888391" y="2085889"/>
            <a:ext cx="2195049" cy="237943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61"/>
          </p:nvPr>
        </p:nvSpPr>
        <p:spPr>
          <a:xfrm>
            <a:off x="3169920" y="2085889"/>
            <a:ext cx="1224351" cy="115007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62"/>
          </p:nvPr>
        </p:nvSpPr>
        <p:spPr>
          <a:xfrm>
            <a:off x="4480750" y="2085889"/>
            <a:ext cx="1224351" cy="115007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1" name="Picture Placeholder 2"/>
          <p:cNvSpPr>
            <a:spLocks noGrp="1"/>
          </p:cNvSpPr>
          <p:nvPr>
            <p:ph type="pic" sz="quarter" idx="64"/>
          </p:nvPr>
        </p:nvSpPr>
        <p:spPr>
          <a:xfrm>
            <a:off x="3169920" y="3315249"/>
            <a:ext cx="1224351" cy="115007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2" name="Picture Placeholder 2"/>
          <p:cNvSpPr>
            <a:spLocks noGrp="1"/>
          </p:cNvSpPr>
          <p:nvPr>
            <p:ph type="pic" sz="quarter" idx="65"/>
          </p:nvPr>
        </p:nvSpPr>
        <p:spPr>
          <a:xfrm>
            <a:off x="4480750" y="3315249"/>
            <a:ext cx="1224351" cy="115007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29" name="Picture Placeholder 2"/>
          <p:cNvSpPr>
            <a:spLocks noGrp="1"/>
          </p:cNvSpPr>
          <p:nvPr>
            <p:ph type="pic" sz="quarter" idx="66"/>
          </p:nvPr>
        </p:nvSpPr>
        <p:spPr>
          <a:xfrm>
            <a:off x="6486551" y="2085889"/>
            <a:ext cx="2195049" cy="237943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1" name="Picture Placeholder 2"/>
          <p:cNvSpPr>
            <a:spLocks noGrp="1"/>
          </p:cNvSpPr>
          <p:nvPr>
            <p:ph type="pic" sz="quarter" idx="67"/>
          </p:nvPr>
        </p:nvSpPr>
        <p:spPr>
          <a:xfrm>
            <a:off x="8768080" y="2085889"/>
            <a:ext cx="1224351" cy="115007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2" name="Picture Placeholder 2"/>
          <p:cNvSpPr>
            <a:spLocks noGrp="1"/>
          </p:cNvSpPr>
          <p:nvPr>
            <p:ph type="pic" sz="quarter" idx="68"/>
          </p:nvPr>
        </p:nvSpPr>
        <p:spPr>
          <a:xfrm>
            <a:off x="10078910" y="2085889"/>
            <a:ext cx="1224351" cy="115007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5" name="Picture Placeholder 2"/>
          <p:cNvSpPr>
            <a:spLocks noGrp="1"/>
          </p:cNvSpPr>
          <p:nvPr>
            <p:ph type="pic" sz="quarter" idx="69"/>
          </p:nvPr>
        </p:nvSpPr>
        <p:spPr>
          <a:xfrm>
            <a:off x="8768080" y="3315249"/>
            <a:ext cx="1224351" cy="115007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6" name="Picture Placeholder 2"/>
          <p:cNvSpPr>
            <a:spLocks noGrp="1"/>
          </p:cNvSpPr>
          <p:nvPr>
            <p:ph type="pic" sz="quarter" idx="70"/>
          </p:nvPr>
        </p:nvSpPr>
        <p:spPr>
          <a:xfrm>
            <a:off x="10078910" y="3315249"/>
            <a:ext cx="1224351" cy="115007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4986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ds &amp; Restaura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14" name="Picture Placeholder 3"/>
          <p:cNvSpPr>
            <a:spLocks noGrp="1"/>
          </p:cNvSpPr>
          <p:nvPr>
            <p:ph type="pic" sz="quarter" idx="20"/>
          </p:nvPr>
        </p:nvSpPr>
        <p:spPr>
          <a:xfrm>
            <a:off x="4892040" y="2573666"/>
            <a:ext cx="2545080" cy="2545078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4514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ds &amp; Restaura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27" name="Picture Placeholder 2"/>
          <p:cNvSpPr>
            <a:spLocks noGrp="1"/>
          </p:cNvSpPr>
          <p:nvPr>
            <p:ph type="pic" sz="quarter" idx="60"/>
          </p:nvPr>
        </p:nvSpPr>
        <p:spPr>
          <a:xfrm>
            <a:off x="619760" y="599440"/>
            <a:ext cx="5476240" cy="567944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234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 Diagonal Corner Rectangle 11"/>
          <p:cNvSpPr/>
          <p:nvPr userDrawn="1"/>
        </p:nvSpPr>
        <p:spPr>
          <a:xfrm>
            <a:off x="11683190" y="150969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 Diagonal Corner Rectangle 12"/>
          <p:cNvSpPr/>
          <p:nvPr userDrawn="1"/>
        </p:nvSpPr>
        <p:spPr>
          <a:xfrm>
            <a:off x="11665322" y="128915"/>
            <a:ext cx="356410" cy="287010"/>
          </a:xfrm>
          <a:prstGeom prst="round2DiagRect">
            <a:avLst>
              <a:gd name="adj1" fmla="val 32340"/>
              <a:gd name="adj2" fmla="val 0"/>
            </a:avLst>
          </a:prstGeom>
          <a:solidFill>
            <a:schemeClr val="accent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lide Number Placeholder 5"/>
          <p:cNvSpPr txBox="1">
            <a:spLocks/>
          </p:cNvSpPr>
          <p:nvPr userDrawn="1"/>
        </p:nvSpPr>
        <p:spPr>
          <a:xfrm>
            <a:off x="11622464" y="173194"/>
            <a:ext cx="436674" cy="19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97ECB15-F748-C140-A5C3-CF0090C943BA}" type="slidenum">
              <a:rPr lang="en-US" sz="800" b="0" i="0" smtClean="0">
                <a:solidFill>
                  <a:srgbClr val="FEFEFE"/>
                </a:solidFill>
                <a:latin typeface="Montserrat" charset="0"/>
                <a:ea typeface="Montserrat" charset="0"/>
                <a:cs typeface="Montserrat" charset="0"/>
              </a:rPr>
              <a:pPr algn="ctr"/>
              <a:t>‹#›</a:t>
            </a:fld>
            <a:endParaRPr lang="en-US" sz="800" b="0" i="0" dirty="0">
              <a:solidFill>
                <a:srgbClr val="FEFEFE"/>
              </a:solidFill>
              <a:latin typeface="Montserrat" charset="0"/>
              <a:ea typeface="Montserrat" charset="0"/>
              <a:cs typeface="Montserrat" charset="0"/>
            </a:endParaRPr>
          </a:p>
        </p:txBody>
      </p:sp>
      <p:grpSp>
        <p:nvGrpSpPr>
          <p:cNvPr id="39" name="Group 38"/>
          <p:cNvGrpSpPr/>
          <p:nvPr userDrawn="1"/>
        </p:nvGrpSpPr>
        <p:grpSpPr>
          <a:xfrm>
            <a:off x="11630384" y="6542411"/>
            <a:ext cx="390166" cy="171788"/>
            <a:chOff x="11125576" y="6251575"/>
            <a:chExt cx="288549" cy="117476"/>
          </a:xfrm>
        </p:grpSpPr>
        <p:sp>
          <p:nvSpPr>
            <p:cNvPr id="33" name="Chevron 32">
              <a:hlinkClick r:id="" action="ppaction://hlinkshowjump?jump=nextslide" tooltip="Next Slide"/>
            </p:cNvPr>
            <p:cNvSpPr/>
            <p:nvPr userDrawn="1"/>
          </p:nvSpPr>
          <p:spPr>
            <a:xfrm>
              <a:off x="11321095" y="6251575"/>
              <a:ext cx="93030" cy="117476"/>
            </a:xfrm>
            <a:prstGeom prst="chevron">
              <a:avLst>
                <a:gd name="adj" fmla="val 66337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Chevron 33">
              <a:hlinkClick r:id="" action="ppaction://hlinkshowjump?jump=previousslide" tooltip="Previous Slide"/>
            </p:cNvPr>
            <p:cNvSpPr/>
            <p:nvPr userDrawn="1"/>
          </p:nvSpPr>
          <p:spPr>
            <a:xfrm rot="10800000">
              <a:off x="11125576" y="6251575"/>
              <a:ext cx="93030" cy="117476"/>
            </a:xfrm>
            <a:prstGeom prst="chevron">
              <a:avLst>
                <a:gd name="adj" fmla="val 64003"/>
              </a:avLst>
            </a:prstGeom>
            <a:solidFill>
              <a:schemeClr val="bg1">
                <a:lumMod val="7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38" name="Straight Connector 37"/>
            <p:cNvCxnSpPr/>
            <p:nvPr userDrawn="1"/>
          </p:nvCxnSpPr>
          <p:spPr>
            <a:xfrm flipV="1">
              <a:off x="11268075" y="6251575"/>
              <a:ext cx="0" cy="117476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 Placeholder 4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544262" y="6514090"/>
            <a:ext cx="2998268" cy="203846"/>
          </a:xfrm>
        </p:spPr>
        <p:txBody>
          <a:bodyPr>
            <a:noAutofit/>
          </a:bodyPr>
          <a:lstStyle>
            <a:lvl1pPr marL="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1pPr>
            <a:lvl2pPr marL="4572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2pPr>
            <a:lvl3pPr marL="9144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3pPr>
            <a:lvl4pPr marL="13716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4pPr>
            <a:lvl5pPr marL="1828800" indent="0" algn="r">
              <a:buNone/>
              <a:defRPr sz="800" b="0" i="0">
                <a:solidFill>
                  <a:schemeClr val="bg2"/>
                </a:solidFill>
                <a:latin typeface="Montserrat Light" charset="0"/>
                <a:ea typeface="Montserrat Light" charset="0"/>
                <a:cs typeface="Montserrat Light" charset="0"/>
              </a:defRPr>
            </a:lvl5pPr>
          </a:lstStyle>
          <a:p>
            <a:pPr lvl="0"/>
            <a:r>
              <a:rPr lang="en-US" dirty="0"/>
              <a:t>Click to edit Master text styles for your custom footer</a:t>
            </a:r>
          </a:p>
        </p:txBody>
      </p:sp>
      <p:sp>
        <p:nvSpPr>
          <p:cNvPr id="27" name="Picture Placeholder 2"/>
          <p:cNvSpPr>
            <a:spLocks noGrp="1"/>
          </p:cNvSpPr>
          <p:nvPr>
            <p:ph type="pic" sz="quarter" idx="60"/>
          </p:nvPr>
        </p:nvSpPr>
        <p:spPr>
          <a:xfrm>
            <a:off x="3380179" y="0"/>
            <a:ext cx="5476240" cy="68580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4672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17" Type="http://schemas.openxmlformats.org/officeDocument/2006/relationships/slideLayout" Target="../slideLayouts/slideLayout128.xml"/><Relationship Id="rId21" Type="http://schemas.openxmlformats.org/officeDocument/2006/relationships/slideLayout" Target="../slideLayouts/slideLayout32.xml"/><Relationship Id="rId42" Type="http://schemas.openxmlformats.org/officeDocument/2006/relationships/slideLayout" Target="../slideLayouts/slideLayout53.xml"/><Relationship Id="rId63" Type="http://schemas.openxmlformats.org/officeDocument/2006/relationships/slideLayout" Target="../slideLayouts/slideLayout74.xml"/><Relationship Id="rId84" Type="http://schemas.openxmlformats.org/officeDocument/2006/relationships/slideLayout" Target="../slideLayouts/slideLayout95.xml"/><Relationship Id="rId138" Type="http://schemas.openxmlformats.org/officeDocument/2006/relationships/slideLayout" Target="../slideLayouts/slideLayout149.xml"/><Relationship Id="rId107" Type="http://schemas.openxmlformats.org/officeDocument/2006/relationships/slideLayout" Target="../slideLayouts/slideLayout118.xml"/><Relationship Id="rId11" Type="http://schemas.openxmlformats.org/officeDocument/2006/relationships/slideLayout" Target="../slideLayouts/slideLayout22.xml"/><Relationship Id="rId32" Type="http://schemas.openxmlformats.org/officeDocument/2006/relationships/slideLayout" Target="../slideLayouts/slideLayout43.xml"/><Relationship Id="rId53" Type="http://schemas.openxmlformats.org/officeDocument/2006/relationships/slideLayout" Target="../slideLayouts/slideLayout64.xml"/><Relationship Id="rId74" Type="http://schemas.openxmlformats.org/officeDocument/2006/relationships/slideLayout" Target="../slideLayouts/slideLayout85.xml"/><Relationship Id="rId128" Type="http://schemas.openxmlformats.org/officeDocument/2006/relationships/slideLayout" Target="../slideLayouts/slideLayout139.xml"/><Relationship Id="rId5" Type="http://schemas.openxmlformats.org/officeDocument/2006/relationships/slideLayout" Target="../slideLayouts/slideLayout16.xml"/><Relationship Id="rId90" Type="http://schemas.openxmlformats.org/officeDocument/2006/relationships/slideLayout" Target="../slideLayouts/slideLayout101.xml"/><Relationship Id="rId95" Type="http://schemas.openxmlformats.org/officeDocument/2006/relationships/slideLayout" Target="../slideLayouts/slideLayout106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43" Type="http://schemas.openxmlformats.org/officeDocument/2006/relationships/slideLayout" Target="../slideLayouts/slideLayout54.xml"/><Relationship Id="rId48" Type="http://schemas.openxmlformats.org/officeDocument/2006/relationships/slideLayout" Target="../slideLayouts/slideLayout59.xml"/><Relationship Id="rId64" Type="http://schemas.openxmlformats.org/officeDocument/2006/relationships/slideLayout" Target="../slideLayouts/slideLayout75.xml"/><Relationship Id="rId69" Type="http://schemas.openxmlformats.org/officeDocument/2006/relationships/slideLayout" Target="../slideLayouts/slideLayout80.xml"/><Relationship Id="rId113" Type="http://schemas.openxmlformats.org/officeDocument/2006/relationships/slideLayout" Target="../slideLayouts/slideLayout124.xml"/><Relationship Id="rId118" Type="http://schemas.openxmlformats.org/officeDocument/2006/relationships/slideLayout" Target="../slideLayouts/slideLayout129.xml"/><Relationship Id="rId134" Type="http://schemas.openxmlformats.org/officeDocument/2006/relationships/slideLayout" Target="../slideLayouts/slideLayout145.xml"/><Relationship Id="rId139" Type="http://schemas.openxmlformats.org/officeDocument/2006/relationships/slideLayout" Target="../slideLayouts/slideLayout150.xml"/><Relationship Id="rId80" Type="http://schemas.openxmlformats.org/officeDocument/2006/relationships/slideLayout" Target="../slideLayouts/slideLayout91.xml"/><Relationship Id="rId85" Type="http://schemas.openxmlformats.org/officeDocument/2006/relationships/slideLayout" Target="../slideLayouts/slideLayout96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Relationship Id="rId59" Type="http://schemas.openxmlformats.org/officeDocument/2006/relationships/slideLayout" Target="../slideLayouts/slideLayout70.xml"/><Relationship Id="rId103" Type="http://schemas.openxmlformats.org/officeDocument/2006/relationships/slideLayout" Target="../slideLayouts/slideLayout114.xml"/><Relationship Id="rId108" Type="http://schemas.openxmlformats.org/officeDocument/2006/relationships/slideLayout" Target="../slideLayouts/slideLayout119.xml"/><Relationship Id="rId124" Type="http://schemas.openxmlformats.org/officeDocument/2006/relationships/slideLayout" Target="../slideLayouts/slideLayout135.xml"/><Relationship Id="rId129" Type="http://schemas.openxmlformats.org/officeDocument/2006/relationships/slideLayout" Target="../slideLayouts/slideLayout140.xml"/><Relationship Id="rId54" Type="http://schemas.openxmlformats.org/officeDocument/2006/relationships/slideLayout" Target="../slideLayouts/slideLayout65.xml"/><Relationship Id="rId70" Type="http://schemas.openxmlformats.org/officeDocument/2006/relationships/slideLayout" Target="../slideLayouts/slideLayout81.xml"/><Relationship Id="rId75" Type="http://schemas.openxmlformats.org/officeDocument/2006/relationships/slideLayout" Target="../slideLayouts/slideLayout86.xml"/><Relationship Id="rId91" Type="http://schemas.openxmlformats.org/officeDocument/2006/relationships/slideLayout" Target="../slideLayouts/slideLayout102.xml"/><Relationship Id="rId96" Type="http://schemas.openxmlformats.org/officeDocument/2006/relationships/slideLayout" Target="../slideLayouts/slideLayout107.xml"/><Relationship Id="rId140" Type="http://schemas.openxmlformats.org/officeDocument/2006/relationships/slideLayout" Target="../slideLayouts/slideLayout151.xml"/><Relationship Id="rId145" Type="http://schemas.openxmlformats.org/officeDocument/2006/relationships/slideLayout" Target="../slideLayouts/slideLayout156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49" Type="http://schemas.openxmlformats.org/officeDocument/2006/relationships/slideLayout" Target="../slideLayouts/slideLayout60.xml"/><Relationship Id="rId114" Type="http://schemas.openxmlformats.org/officeDocument/2006/relationships/slideLayout" Target="../slideLayouts/slideLayout125.xml"/><Relationship Id="rId119" Type="http://schemas.openxmlformats.org/officeDocument/2006/relationships/slideLayout" Target="../slideLayouts/slideLayout130.xml"/><Relationship Id="rId44" Type="http://schemas.openxmlformats.org/officeDocument/2006/relationships/slideLayout" Target="../slideLayouts/slideLayout55.xml"/><Relationship Id="rId60" Type="http://schemas.openxmlformats.org/officeDocument/2006/relationships/slideLayout" Target="../slideLayouts/slideLayout71.xml"/><Relationship Id="rId65" Type="http://schemas.openxmlformats.org/officeDocument/2006/relationships/slideLayout" Target="../slideLayouts/slideLayout76.xml"/><Relationship Id="rId81" Type="http://schemas.openxmlformats.org/officeDocument/2006/relationships/slideLayout" Target="../slideLayouts/slideLayout92.xml"/><Relationship Id="rId86" Type="http://schemas.openxmlformats.org/officeDocument/2006/relationships/slideLayout" Target="../slideLayouts/slideLayout97.xml"/><Relationship Id="rId130" Type="http://schemas.openxmlformats.org/officeDocument/2006/relationships/slideLayout" Target="../slideLayouts/slideLayout141.xml"/><Relationship Id="rId135" Type="http://schemas.openxmlformats.org/officeDocument/2006/relationships/slideLayout" Target="../slideLayouts/slideLayout146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9" Type="http://schemas.openxmlformats.org/officeDocument/2006/relationships/slideLayout" Target="../slideLayouts/slideLayout50.xml"/><Relationship Id="rId109" Type="http://schemas.openxmlformats.org/officeDocument/2006/relationships/slideLayout" Target="../slideLayouts/slideLayout120.xml"/><Relationship Id="rId34" Type="http://schemas.openxmlformats.org/officeDocument/2006/relationships/slideLayout" Target="../slideLayouts/slideLayout45.xml"/><Relationship Id="rId50" Type="http://schemas.openxmlformats.org/officeDocument/2006/relationships/slideLayout" Target="../slideLayouts/slideLayout61.xml"/><Relationship Id="rId55" Type="http://schemas.openxmlformats.org/officeDocument/2006/relationships/slideLayout" Target="../slideLayouts/slideLayout66.xml"/><Relationship Id="rId76" Type="http://schemas.openxmlformats.org/officeDocument/2006/relationships/slideLayout" Target="../slideLayouts/slideLayout87.xml"/><Relationship Id="rId97" Type="http://schemas.openxmlformats.org/officeDocument/2006/relationships/slideLayout" Target="../slideLayouts/slideLayout108.xml"/><Relationship Id="rId104" Type="http://schemas.openxmlformats.org/officeDocument/2006/relationships/slideLayout" Target="../slideLayouts/slideLayout115.xml"/><Relationship Id="rId120" Type="http://schemas.openxmlformats.org/officeDocument/2006/relationships/slideLayout" Target="../slideLayouts/slideLayout131.xml"/><Relationship Id="rId125" Type="http://schemas.openxmlformats.org/officeDocument/2006/relationships/slideLayout" Target="../slideLayouts/slideLayout136.xml"/><Relationship Id="rId141" Type="http://schemas.openxmlformats.org/officeDocument/2006/relationships/slideLayout" Target="../slideLayouts/slideLayout152.xml"/><Relationship Id="rId146" Type="http://schemas.openxmlformats.org/officeDocument/2006/relationships/slideLayout" Target="../slideLayouts/slideLayout157.xml"/><Relationship Id="rId7" Type="http://schemas.openxmlformats.org/officeDocument/2006/relationships/slideLayout" Target="../slideLayouts/slideLayout18.xml"/><Relationship Id="rId71" Type="http://schemas.openxmlformats.org/officeDocument/2006/relationships/slideLayout" Target="../slideLayouts/slideLayout82.xml"/><Relationship Id="rId92" Type="http://schemas.openxmlformats.org/officeDocument/2006/relationships/slideLayout" Target="../slideLayouts/slideLayout103.xml"/><Relationship Id="rId2" Type="http://schemas.openxmlformats.org/officeDocument/2006/relationships/slideLayout" Target="../slideLayouts/slideLayout13.xml"/><Relationship Id="rId29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35.xml"/><Relationship Id="rId40" Type="http://schemas.openxmlformats.org/officeDocument/2006/relationships/slideLayout" Target="../slideLayouts/slideLayout51.xml"/><Relationship Id="rId45" Type="http://schemas.openxmlformats.org/officeDocument/2006/relationships/slideLayout" Target="../slideLayouts/slideLayout56.xml"/><Relationship Id="rId66" Type="http://schemas.openxmlformats.org/officeDocument/2006/relationships/slideLayout" Target="../slideLayouts/slideLayout77.xml"/><Relationship Id="rId87" Type="http://schemas.openxmlformats.org/officeDocument/2006/relationships/slideLayout" Target="../slideLayouts/slideLayout98.xml"/><Relationship Id="rId110" Type="http://schemas.openxmlformats.org/officeDocument/2006/relationships/slideLayout" Target="../slideLayouts/slideLayout121.xml"/><Relationship Id="rId115" Type="http://schemas.openxmlformats.org/officeDocument/2006/relationships/slideLayout" Target="../slideLayouts/slideLayout126.xml"/><Relationship Id="rId131" Type="http://schemas.openxmlformats.org/officeDocument/2006/relationships/slideLayout" Target="../slideLayouts/slideLayout142.xml"/><Relationship Id="rId136" Type="http://schemas.openxmlformats.org/officeDocument/2006/relationships/slideLayout" Target="../slideLayouts/slideLayout147.xml"/><Relationship Id="rId61" Type="http://schemas.openxmlformats.org/officeDocument/2006/relationships/slideLayout" Target="../slideLayouts/slideLayout72.xml"/><Relationship Id="rId82" Type="http://schemas.openxmlformats.org/officeDocument/2006/relationships/slideLayout" Target="../slideLayouts/slideLayout93.xml"/><Relationship Id="rId19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25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56" Type="http://schemas.openxmlformats.org/officeDocument/2006/relationships/slideLayout" Target="../slideLayouts/slideLayout67.xml"/><Relationship Id="rId77" Type="http://schemas.openxmlformats.org/officeDocument/2006/relationships/slideLayout" Target="../slideLayouts/slideLayout88.xml"/><Relationship Id="rId100" Type="http://schemas.openxmlformats.org/officeDocument/2006/relationships/slideLayout" Target="../slideLayouts/slideLayout111.xml"/><Relationship Id="rId105" Type="http://schemas.openxmlformats.org/officeDocument/2006/relationships/slideLayout" Target="../slideLayouts/slideLayout116.xml"/><Relationship Id="rId126" Type="http://schemas.openxmlformats.org/officeDocument/2006/relationships/slideLayout" Target="../slideLayouts/slideLayout137.xml"/><Relationship Id="rId147" Type="http://schemas.openxmlformats.org/officeDocument/2006/relationships/theme" Target="../theme/theme2.xml"/><Relationship Id="rId8" Type="http://schemas.openxmlformats.org/officeDocument/2006/relationships/slideLayout" Target="../slideLayouts/slideLayout19.xml"/><Relationship Id="rId51" Type="http://schemas.openxmlformats.org/officeDocument/2006/relationships/slideLayout" Target="../slideLayouts/slideLayout62.xml"/><Relationship Id="rId72" Type="http://schemas.openxmlformats.org/officeDocument/2006/relationships/slideLayout" Target="../slideLayouts/slideLayout83.xml"/><Relationship Id="rId93" Type="http://schemas.openxmlformats.org/officeDocument/2006/relationships/slideLayout" Target="../slideLayouts/slideLayout104.xml"/><Relationship Id="rId98" Type="http://schemas.openxmlformats.org/officeDocument/2006/relationships/slideLayout" Target="../slideLayouts/slideLayout109.xml"/><Relationship Id="rId121" Type="http://schemas.openxmlformats.org/officeDocument/2006/relationships/slideLayout" Target="../slideLayouts/slideLayout132.xml"/><Relationship Id="rId142" Type="http://schemas.openxmlformats.org/officeDocument/2006/relationships/slideLayout" Target="../slideLayouts/slideLayout153.xml"/><Relationship Id="rId3" Type="http://schemas.openxmlformats.org/officeDocument/2006/relationships/slideLayout" Target="../slideLayouts/slideLayout14.xml"/><Relationship Id="rId25" Type="http://schemas.openxmlformats.org/officeDocument/2006/relationships/slideLayout" Target="../slideLayouts/slideLayout36.xml"/><Relationship Id="rId46" Type="http://schemas.openxmlformats.org/officeDocument/2006/relationships/slideLayout" Target="../slideLayouts/slideLayout57.xml"/><Relationship Id="rId67" Type="http://schemas.openxmlformats.org/officeDocument/2006/relationships/slideLayout" Target="../slideLayouts/slideLayout78.xml"/><Relationship Id="rId116" Type="http://schemas.openxmlformats.org/officeDocument/2006/relationships/slideLayout" Target="../slideLayouts/slideLayout127.xml"/><Relationship Id="rId137" Type="http://schemas.openxmlformats.org/officeDocument/2006/relationships/slideLayout" Target="../slideLayouts/slideLayout148.xml"/><Relationship Id="rId20" Type="http://schemas.openxmlformats.org/officeDocument/2006/relationships/slideLayout" Target="../slideLayouts/slideLayout31.xml"/><Relationship Id="rId41" Type="http://schemas.openxmlformats.org/officeDocument/2006/relationships/slideLayout" Target="../slideLayouts/slideLayout52.xml"/><Relationship Id="rId62" Type="http://schemas.openxmlformats.org/officeDocument/2006/relationships/slideLayout" Target="../slideLayouts/slideLayout73.xml"/><Relationship Id="rId83" Type="http://schemas.openxmlformats.org/officeDocument/2006/relationships/slideLayout" Target="../slideLayouts/slideLayout94.xml"/><Relationship Id="rId88" Type="http://schemas.openxmlformats.org/officeDocument/2006/relationships/slideLayout" Target="../slideLayouts/slideLayout99.xml"/><Relationship Id="rId111" Type="http://schemas.openxmlformats.org/officeDocument/2006/relationships/slideLayout" Target="../slideLayouts/slideLayout122.xml"/><Relationship Id="rId132" Type="http://schemas.openxmlformats.org/officeDocument/2006/relationships/slideLayout" Target="../slideLayouts/slideLayout143.xml"/><Relationship Id="rId15" Type="http://schemas.openxmlformats.org/officeDocument/2006/relationships/slideLayout" Target="../slideLayouts/slideLayout26.xml"/><Relationship Id="rId36" Type="http://schemas.openxmlformats.org/officeDocument/2006/relationships/slideLayout" Target="../slideLayouts/slideLayout47.xml"/><Relationship Id="rId57" Type="http://schemas.openxmlformats.org/officeDocument/2006/relationships/slideLayout" Target="../slideLayouts/slideLayout68.xml"/><Relationship Id="rId106" Type="http://schemas.openxmlformats.org/officeDocument/2006/relationships/slideLayout" Target="../slideLayouts/slideLayout117.xml"/><Relationship Id="rId127" Type="http://schemas.openxmlformats.org/officeDocument/2006/relationships/slideLayout" Target="../slideLayouts/slideLayout138.xml"/><Relationship Id="rId10" Type="http://schemas.openxmlformats.org/officeDocument/2006/relationships/slideLayout" Target="../slideLayouts/slideLayout21.xml"/><Relationship Id="rId31" Type="http://schemas.openxmlformats.org/officeDocument/2006/relationships/slideLayout" Target="../slideLayouts/slideLayout42.xml"/><Relationship Id="rId52" Type="http://schemas.openxmlformats.org/officeDocument/2006/relationships/slideLayout" Target="../slideLayouts/slideLayout63.xml"/><Relationship Id="rId73" Type="http://schemas.openxmlformats.org/officeDocument/2006/relationships/slideLayout" Target="../slideLayouts/slideLayout84.xml"/><Relationship Id="rId78" Type="http://schemas.openxmlformats.org/officeDocument/2006/relationships/slideLayout" Target="../slideLayouts/slideLayout89.xml"/><Relationship Id="rId94" Type="http://schemas.openxmlformats.org/officeDocument/2006/relationships/slideLayout" Target="../slideLayouts/slideLayout105.xml"/><Relationship Id="rId99" Type="http://schemas.openxmlformats.org/officeDocument/2006/relationships/slideLayout" Target="../slideLayouts/slideLayout110.xml"/><Relationship Id="rId101" Type="http://schemas.openxmlformats.org/officeDocument/2006/relationships/slideLayout" Target="../slideLayouts/slideLayout112.xml"/><Relationship Id="rId122" Type="http://schemas.openxmlformats.org/officeDocument/2006/relationships/slideLayout" Target="../slideLayouts/slideLayout133.xml"/><Relationship Id="rId143" Type="http://schemas.openxmlformats.org/officeDocument/2006/relationships/slideLayout" Target="../slideLayouts/slideLayout15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26" Type="http://schemas.openxmlformats.org/officeDocument/2006/relationships/slideLayout" Target="../slideLayouts/slideLayout37.xml"/><Relationship Id="rId47" Type="http://schemas.openxmlformats.org/officeDocument/2006/relationships/slideLayout" Target="../slideLayouts/slideLayout58.xml"/><Relationship Id="rId68" Type="http://schemas.openxmlformats.org/officeDocument/2006/relationships/slideLayout" Target="../slideLayouts/slideLayout79.xml"/><Relationship Id="rId89" Type="http://schemas.openxmlformats.org/officeDocument/2006/relationships/slideLayout" Target="../slideLayouts/slideLayout100.xml"/><Relationship Id="rId112" Type="http://schemas.openxmlformats.org/officeDocument/2006/relationships/slideLayout" Target="../slideLayouts/slideLayout123.xml"/><Relationship Id="rId133" Type="http://schemas.openxmlformats.org/officeDocument/2006/relationships/slideLayout" Target="../slideLayouts/slideLayout144.xml"/><Relationship Id="rId16" Type="http://schemas.openxmlformats.org/officeDocument/2006/relationships/slideLayout" Target="../slideLayouts/slideLayout27.xml"/><Relationship Id="rId37" Type="http://schemas.openxmlformats.org/officeDocument/2006/relationships/slideLayout" Target="../slideLayouts/slideLayout48.xml"/><Relationship Id="rId58" Type="http://schemas.openxmlformats.org/officeDocument/2006/relationships/slideLayout" Target="../slideLayouts/slideLayout69.xml"/><Relationship Id="rId79" Type="http://schemas.openxmlformats.org/officeDocument/2006/relationships/slideLayout" Target="../slideLayouts/slideLayout90.xml"/><Relationship Id="rId102" Type="http://schemas.openxmlformats.org/officeDocument/2006/relationships/slideLayout" Target="../slideLayouts/slideLayout113.xml"/><Relationship Id="rId123" Type="http://schemas.openxmlformats.org/officeDocument/2006/relationships/slideLayout" Target="../slideLayouts/slideLayout134.xml"/><Relationship Id="rId144" Type="http://schemas.openxmlformats.org/officeDocument/2006/relationships/slideLayout" Target="../slideLayouts/slideLayout1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8C3A7C-326A-49A7-858E-A183C89FC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BA26DB-3EC4-47A9-A587-8F806CF2FA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4B368-74B5-41A7-B938-28030EFB8F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1067C-8BE0-47BA-A626-995E78D195DB}" type="datetimeFigureOut">
              <a:rPr lang="id-ID" smtClean="0"/>
              <a:t>21/08/2024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D1BD85-C1C3-4DBD-886D-2703C10100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1CEAC-46D5-4D36-9FE5-E50E505508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8410A5-24FA-4B65-8079-81DECFDD9DF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938930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7ECB15-F748-C140-A5C3-CF0090C943B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998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7" r:id="rId56"/>
    <p:sldLayoutId id="2147483718" r:id="rId57"/>
    <p:sldLayoutId id="2147483719" r:id="rId58"/>
    <p:sldLayoutId id="2147483720" r:id="rId59"/>
    <p:sldLayoutId id="2147483721" r:id="rId60"/>
    <p:sldLayoutId id="2147483722" r:id="rId61"/>
    <p:sldLayoutId id="2147483723" r:id="rId62"/>
    <p:sldLayoutId id="2147483724" r:id="rId63"/>
    <p:sldLayoutId id="2147483725" r:id="rId64"/>
    <p:sldLayoutId id="2147483726" r:id="rId65"/>
    <p:sldLayoutId id="2147483727" r:id="rId66"/>
    <p:sldLayoutId id="2147483728" r:id="rId67"/>
    <p:sldLayoutId id="2147483729" r:id="rId68"/>
    <p:sldLayoutId id="2147483730" r:id="rId69"/>
    <p:sldLayoutId id="2147483731" r:id="rId70"/>
    <p:sldLayoutId id="2147483732" r:id="rId71"/>
    <p:sldLayoutId id="2147483733" r:id="rId72"/>
    <p:sldLayoutId id="2147483734" r:id="rId73"/>
    <p:sldLayoutId id="2147483735" r:id="rId74"/>
    <p:sldLayoutId id="2147483736" r:id="rId75"/>
    <p:sldLayoutId id="2147483737" r:id="rId76"/>
    <p:sldLayoutId id="2147483738" r:id="rId77"/>
    <p:sldLayoutId id="2147483739" r:id="rId78"/>
    <p:sldLayoutId id="2147483740" r:id="rId79"/>
    <p:sldLayoutId id="2147483741" r:id="rId80"/>
    <p:sldLayoutId id="2147483742" r:id="rId81"/>
    <p:sldLayoutId id="2147483743" r:id="rId82"/>
    <p:sldLayoutId id="2147483744" r:id="rId83"/>
    <p:sldLayoutId id="2147483745" r:id="rId84"/>
    <p:sldLayoutId id="2147483746" r:id="rId85"/>
    <p:sldLayoutId id="2147483747" r:id="rId86"/>
    <p:sldLayoutId id="2147483748" r:id="rId87"/>
    <p:sldLayoutId id="2147483749" r:id="rId88"/>
    <p:sldLayoutId id="2147483750" r:id="rId89"/>
    <p:sldLayoutId id="2147483751" r:id="rId90"/>
    <p:sldLayoutId id="2147483752" r:id="rId91"/>
    <p:sldLayoutId id="2147483753" r:id="rId92"/>
    <p:sldLayoutId id="2147483754" r:id="rId93"/>
    <p:sldLayoutId id="2147483755" r:id="rId94"/>
    <p:sldLayoutId id="2147483756" r:id="rId95"/>
    <p:sldLayoutId id="2147483757" r:id="rId96"/>
    <p:sldLayoutId id="2147483758" r:id="rId97"/>
    <p:sldLayoutId id="2147483759" r:id="rId98"/>
    <p:sldLayoutId id="2147483760" r:id="rId99"/>
    <p:sldLayoutId id="2147483761" r:id="rId100"/>
    <p:sldLayoutId id="2147483762" r:id="rId101"/>
    <p:sldLayoutId id="2147483763" r:id="rId102"/>
    <p:sldLayoutId id="2147483764" r:id="rId103"/>
    <p:sldLayoutId id="2147483765" r:id="rId104"/>
    <p:sldLayoutId id="2147483766" r:id="rId105"/>
    <p:sldLayoutId id="2147483767" r:id="rId106"/>
    <p:sldLayoutId id="2147483768" r:id="rId107"/>
    <p:sldLayoutId id="2147483769" r:id="rId108"/>
    <p:sldLayoutId id="2147483770" r:id="rId109"/>
    <p:sldLayoutId id="2147483771" r:id="rId110"/>
    <p:sldLayoutId id="2147483772" r:id="rId111"/>
    <p:sldLayoutId id="2147483773" r:id="rId112"/>
    <p:sldLayoutId id="2147483774" r:id="rId113"/>
    <p:sldLayoutId id="2147483775" r:id="rId114"/>
    <p:sldLayoutId id="2147483776" r:id="rId115"/>
    <p:sldLayoutId id="2147483777" r:id="rId116"/>
    <p:sldLayoutId id="2147483778" r:id="rId117"/>
    <p:sldLayoutId id="2147483779" r:id="rId118"/>
    <p:sldLayoutId id="2147483780" r:id="rId119"/>
    <p:sldLayoutId id="2147483781" r:id="rId120"/>
    <p:sldLayoutId id="2147483782" r:id="rId121"/>
    <p:sldLayoutId id="2147483783" r:id="rId122"/>
    <p:sldLayoutId id="2147483784" r:id="rId123"/>
    <p:sldLayoutId id="2147483785" r:id="rId124"/>
    <p:sldLayoutId id="2147483786" r:id="rId125"/>
    <p:sldLayoutId id="2147483787" r:id="rId126"/>
    <p:sldLayoutId id="2147483788" r:id="rId127"/>
    <p:sldLayoutId id="2147483789" r:id="rId128"/>
    <p:sldLayoutId id="2147483790" r:id="rId129"/>
    <p:sldLayoutId id="2147483791" r:id="rId130"/>
    <p:sldLayoutId id="2147483792" r:id="rId131"/>
    <p:sldLayoutId id="2147483793" r:id="rId132"/>
    <p:sldLayoutId id="2147483794" r:id="rId133"/>
    <p:sldLayoutId id="2147483795" r:id="rId134"/>
    <p:sldLayoutId id="2147483796" r:id="rId135"/>
    <p:sldLayoutId id="2147483797" r:id="rId136"/>
    <p:sldLayoutId id="2147483798" r:id="rId137"/>
    <p:sldLayoutId id="2147483799" r:id="rId138"/>
    <p:sldLayoutId id="2147483800" r:id="rId139"/>
    <p:sldLayoutId id="2147483801" r:id="rId140"/>
    <p:sldLayoutId id="2147483802" r:id="rId141"/>
    <p:sldLayoutId id="2147483803" r:id="rId142"/>
    <p:sldLayoutId id="2147483804" r:id="rId143"/>
    <p:sldLayoutId id="2147483805" r:id="rId144"/>
    <p:sldLayoutId id="2147483806" r:id="rId145"/>
    <p:sldLayoutId id="2147483807" r:id="rId146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ctr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4E54920-ABAC-4DF0-B17B-F390A51369CD}"/>
              </a:ext>
            </a:extLst>
          </p:cNvPr>
          <p:cNvGrpSpPr/>
          <p:nvPr/>
        </p:nvGrpSpPr>
        <p:grpSpPr>
          <a:xfrm>
            <a:off x="169212" y="151453"/>
            <a:ext cx="3815835" cy="925176"/>
            <a:chOff x="1541978" y="2400300"/>
            <a:chExt cx="3815835" cy="925176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404EFC1-C161-4AE6-84AD-C2659D7A4894}"/>
                </a:ext>
              </a:extLst>
            </p:cNvPr>
            <p:cNvGrpSpPr/>
            <p:nvPr/>
          </p:nvGrpSpPr>
          <p:grpSpPr>
            <a:xfrm>
              <a:off x="1541978" y="2400300"/>
              <a:ext cx="3815835" cy="925176"/>
              <a:chOff x="1541978" y="2400300"/>
              <a:chExt cx="3815835" cy="925176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9988EB1-B7EE-4D6F-B154-710805AD3019}"/>
                  </a:ext>
                </a:extLst>
              </p:cNvPr>
              <p:cNvSpPr txBox="1"/>
              <p:nvPr/>
            </p:nvSpPr>
            <p:spPr>
              <a:xfrm>
                <a:off x="1937635" y="2400300"/>
                <a:ext cx="342017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rgbClr val="0C7D3E"/>
                    </a:solidFill>
                    <a:latin typeface="Book Antiqua" panose="02040602050305030304" pitchFamily="18" charset="0"/>
                  </a:rPr>
                  <a:t>P</a:t>
                </a:r>
                <a:r>
                  <a:rPr lang="en-US" sz="4000" b="1" dirty="0">
                    <a:solidFill>
                      <a:srgbClr val="B92025"/>
                    </a:solidFill>
                    <a:latin typeface="Book Antiqua" panose="02040602050305030304" pitchFamily="18" charset="0"/>
                  </a:rPr>
                  <a:t>ORTAL</a:t>
                </a:r>
                <a:endParaRPr lang="en-US" sz="3200" b="1" dirty="0">
                  <a:solidFill>
                    <a:srgbClr val="B92025"/>
                  </a:solidFill>
                  <a:latin typeface="Book Antiqua" panose="02040602050305030304" pitchFamily="18" charset="0"/>
                </a:endParaRPr>
              </a:p>
            </p:txBody>
          </p:sp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BAAE89AD-B5FC-4B5B-B343-CBF3550B09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41978" y="2400300"/>
                <a:ext cx="927376" cy="925176"/>
              </a:xfrm>
              <a:prstGeom prst="rect">
                <a:avLst/>
              </a:prstGeom>
            </p:spPr>
          </p:pic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2960D1D-6045-4E10-B4C3-2C6115DF4538}"/>
                </a:ext>
              </a:extLst>
            </p:cNvPr>
            <p:cNvSpPr txBox="1"/>
            <p:nvPr/>
          </p:nvSpPr>
          <p:spPr>
            <a:xfrm>
              <a:off x="2469354" y="2889081"/>
              <a:ext cx="2309813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200" dirty="0" err="1">
                  <a:latin typeface="Bahnschrift Light SemiCondensed" panose="020B0502040204020203" pitchFamily="34" charset="0"/>
                </a:rPr>
                <a:t>Aplikasi</a:t>
              </a:r>
              <a:r>
                <a:rPr lang="en-US" sz="2200" dirty="0">
                  <a:latin typeface="Bahnschrift Light SemiCondensed" panose="020B0502040204020203" pitchFamily="34" charset="0"/>
                </a:rPr>
                <a:t> BPK </a:t>
              </a:r>
              <a:r>
                <a:rPr lang="en-US" sz="2200" dirty="0" err="1">
                  <a:latin typeface="Bahnschrift Light SemiCondensed" panose="020B0502040204020203" pitchFamily="34" charset="0"/>
                </a:rPr>
                <a:t>Sulsel</a:t>
              </a:r>
              <a:endParaRPr lang="id-ID" sz="2200" dirty="0">
                <a:latin typeface="Bahnschrift Light SemiCondensed" panose="020B0502040204020203" pitchFamily="34" charset="0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CB72748-CD4D-4930-8393-0EDD555D12B5}"/>
              </a:ext>
            </a:extLst>
          </p:cNvPr>
          <p:cNvGrpSpPr/>
          <p:nvPr/>
        </p:nvGrpSpPr>
        <p:grpSpPr>
          <a:xfrm>
            <a:off x="4031218" y="149795"/>
            <a:ext cx="4260622" cy="861411"/>
            <a:chOff x="417553" y="1590079"/>
            <a:chExt cx="4260622" cy="86141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13F3867-7AC3-450C-9C09-8C3115E79638}"/>
                </a:ext>
              </a:extLst>
            </p:cNvPr>
            <p:cNvGrpSpPr/>
            <p:nvPr/>
          </p:nvGrpSpPr>
          <p:grpSpPr>
            <a:xfrm>
              <a:off x="1257997" y="1590079"/>
              <a:ext cx="3420178" cy="819641"/>
              <a:chOff x="2432935" y="2400300"/>
              <a:chExt cx="3420178" cy="819641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97AADD9-10E4-4624-990F-4195D7E11ED8}"/>
                  </a:ext>
                </a:extLst>
              </p:cNvPr>
              <p:cNvSpPr txBox="1"/>
              <p:nvPr/>
            </p:nvSpPr>
            <p:spPr>
              <a:xfrm>
                <a:off x="2432935" y="2400300"/>
                <a:ext cx="342017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b="1" dirty="0" err="1">
                    <a:solidFill>
                      <a:srgbClr val="0C7D3E"/>
                    </a:solidFill>
                    <a:latin typeface="Book Antiqua" panose="02040602050305030304" pitchFamily="18" charset="0"/>
                  </a:rPr>
                  <a:t>Bank</a:t>
                </a:r>
                <a:r>
                  <a:rPr lang="en-US" sz="4000" b="1" dirty="0" err="1">
                    <a:solidFill>
                      <a:srgbClr val="B92025"/>
                    </a:solidFill>
                    <a:latin typeface="Book Antiqua" panose="02040602050305030304" pitchFamily="18" charset="0"/>
                  </a:rPr>
                  <a:t>DATA</a:t>
                </a:r>
                <a:endParaRPr lang="en-US" sz="3200" b="1" dirty="0">
                  <a:solidFill>
                    <a:srgbClr val="B92025"/>
                  </a:solidFill>
                  <a:latin typeface="Book Antiqua" panose="02040602050305030304" pitchFamily="18" charset="0"/>
                </a:endParaRP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C7077EB-6CD2-49AB-BA24-150AF2385E61}"/>
                  </a:ext>
                </a:extLst>
              </p:cNvPr>
              <p:cNvSpPr txBox="1"/>
              <p:nvPr/>
            </p:nvSpPr>
            <p:spPr>
              <a:xfrm>
                <a:off x="2469354" y="2889081"/>
                <a:ext cx="3125184" cy="330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550" dirty="0" err="1">
                    <a:latin typeface="Bahnschrift Light SemiCondensed" panose="020B0502040204020203" pitchFamily="34" charset="0"/>
                  </a:rPr>
                  <a:t>Pemeriksaan</a:t>
                </a:r>
                <a:r>
                  <a:rPr lang="en-US" sz="1550" dirty="0">
                    <a:latin typeface="Bahnschrift Light SemiCondensed" panose="020B0502040204020203" pitchFamily="34" charset="0"/>
                  </a:rPr>
                  <a:t> dan Non </a:t>
                </a:r>
                <a:r>
                  <a:rPr lang="en-US" sz="1550" dirty="0" err="1">
                    <a:latin typeface="Bahnschrift Light SemiCondensed" panose="020B0502040204020203" pitchFamily="34" charset="0"/>
                  </a:rPr>
                  <a:t>Pemeriksaan</a:t>
                </a:r>
                <a:endParaRPr lang="id-ID" sz="1550" dirty="0">
                  <a:latin typeface="Bahnschrift Light SemiCondensed" panose="020B0502040204020203" pitchFamily="34" charset="0"/>
                </a:endParaRPr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FAE9D8C5-2884-40C2-85F9-CB1533166B95}"/>
                </a:ext>
              </a:extLst>
            </p:cNvPr>
            <p:cNvGrpSpPr/>
            <p:nvPr/>
          </p:nvGrpSpPr>
          <p:grpSpPr>
            <a:xfrm rot="19090261">
              <a:off x="417553" y="1706230"/>
              <a:ext cx="681468" cy="745260"/>
              <a:chOff x="3902323" y="3013842"/>
              <a:chExt cx="1551704" cy="1688400"/>
            </a:xfrm>
          </p:grpSpPr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B7A20384-EE8F-43F4-BEBB-8C6AEAE7BF44}"/>
                  </a:ext>
                </a:extLst>
              </p:cNvPr>
              <p:cNvSpPr/>
              <p:nvPr/>
            </p:nvSpPr>
            <p:spPr>
              <a:xfrm>
                <a:off x="3902323" y="3013842"/>
                <a:ext cx="1551704" cy="1688400"/>
              </a:xfrm>
              <a:prstGeom prst="roundRect">
                <a:avLst>
                  <a:gd name="adj" fmla="val 12231"/>
                </a:avLst>
              </a:prstGeom>
              <a:solidFill>
                <a:srgbClr val="0C7D3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34" name="Rectangle: Top Corners Rounded 33">
                <a:extLst>
                  <a:ext uri="{FF2B5EF4-FFF2-40B4-BE49-F238E27FC236}">
                    <a16:creationId xmlns:a16="http://schemas.microsoft.com/office/drawing/2014/main" id="{47FA187B-457E-4C68-91A8-A35F3C7C5607}"/>
                  </a:ext>
                </a:extLst>
              </p:cNvPr>
              <p:cNvSpPr/>
              <p:nvPr/>
            </p:nvSpPr>
            <p:spPr>
              <a:xfrm rot="10800000">
                <a:off x="4382184" y="3159693"/>
                <a:ext cx="591982" cy="460007"/>
              </a:xfrm>
              <a:prstGeom prst="round2SameRect">
                <a:avLst>
                  <a:gd name="adj1" fmla="val 22952"/>
                  <a:gd name="adj2" fmla="val 0"/>
                </a:avLst>
              </a:prstGeom>
              <a:solidFill>
                <a:srgbClr val="B9202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35" name="Rectangle: Top Corners Rounded 34">
                <a:extLst>
                  <a:ext uri="{FF2B5EF4-FFF2-40B4-BE49-F238E27FC236}">
                    <a16:creationId xmlns:a16="http://schemas.microsoft.com/office/drawing/2014/main" id="{BB70CFE3-B6AD-4BFA-B23B-3F9E1139B77C}"/>
                  </a:ext>
                </a:extLst>
              </p:cNvPr>
              <p:cNvSpPr/>
              <p:nvPr/>
            </p:nvSpPr>
            <p:spPr>
              <a:xfrm>
                <a:off x="4097118" y="3765551"/>
                <a:ext cx="1167032" cy="873890"/>
              </a:xfrm>
              <a:prstGeom prst="round2SameRect">
                <a:avLst>
                  <a:gd name="adj1" fmla="val 22952"/>
                  <a:gd name="adj2" fmla="val 0"/>
                </a:avLst>
              </a:prstGeom>
              <a:solidFill>
                <a:srgbClr val="B9202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6562E951-6C35-4A80-97D5-44CF49DA4D63}"/>
                  </a:ext>
                </a:extLst>
              </p:cNvPr>
              <p:cNvSpPr/>
              <p:nvPr/>
            </p:nvSpPr>
            <p:spPr>
              <a:xfrm>
                <a:off x="4228763" y="3858042"/>
                <a:ext cx="898824" cy="45719"/>
              </a:xfrm>
              <a:prstGeom prst="roundRect">
                <a:avLst>
                  <a:gd name="adj" fmla="val 12231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51C83064-59C4-46F8-AC93-0F5CB284B85A}"/>
                  </a:ext>
                </a:extLst>
              </p:cNvPr>
              <p:cNvSpPr/>
              <p:nvPr/>
            </p:nvSpPr>
            <p:spPr>
              <a:xfrm>
                <a:off x="4228246" y="3973392"/>
                <a:ext cx="898824" cy="45719"/>
              </a:xfrm>
              <a:prstGeom prst="roundRect">
                <a:avLst>
                  <a:gd name="adj" fmla="val 12231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38" name="Rectangle: Rounded Corners 37">
                <a:extLst>
                  <a:ext uri="{FF2B5EF4-FFF2-40B4-BE49-F238E27FC236}">
                    <a16:creationId xmlns:a16="http://schemas.microsoft.com/office/drawing/2014/main" id="{409958DB-CA37-409B-B841-044C08F484A5}"/>
                  </a:ext>
                </a:extLst>
              </p:cNvPr>
              <p:cNvSpPr/>
              <p:nvPr/>
            </p:nvSpPr>
            <p:spPr>
              <a:xfrm>
                <a:off x="4228246" y="4088742"/>
                <a:ext cx="898824" cy="45719"/>
              </a:xfrm>
              <a:prstGeom prst="roundRect">
                <a:avLst>
                  <a:gd name="adj" fmla="val 12231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F933F9AD-EDCF-4BB2-9CA0-5ACF6F6977CB}"/>
                  </a:ext>
                </a:extLst>
              </p:cNvPr>
              <p:cNvSpPr/>
              <p:nvPr/>
            </p:nvSpPr>
            <p:spPr>
              <a:xfrm>
                <a:off x="4097118" y="4507883"/>
                <a:ext cx="1167032" cy="130147"/>
              </a:xfrm>
              <a:prstGeom prst="roundRect">
                <a:avLst>
                  <a:gd name="adj" fmla="val 0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</p:grp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164A16E7-8C86-40BE-97A3-23D1BCEF2EDF}"/>
              </a:ext>
            </a:extLst>
          </p:cNvPr>
          <p:cNvGrpSpPr/>
          <p:nvPr/>
        </p:nvGrpSpPr>
        <p:grpSpPr>
          <a:xfrm>
            <a:off x="7828581" y="0"/>
            <a:ext cx="3420000" cy="1347912"/>
            <a:chOff x="7828581" y="0"/>
            <a:chExt cx="3420000" cy="134791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06E9B79-BE76-4A7D-A9DD-3873015ADD45}"/>
                </a:ext>
              </a:extLst>
            </p:cNvPr>
            <p:cNvSpPr txBox="1"/>
            <p:nvPr/>
          </p:nvSpPr>
          <p:spPr>
            <a:xfrm>
              <a:off x="7828581" y="1040135"/>
              <a:ext cx="3420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Bahnschrift Light SemiCondensed" panose="020B0502040204020203" pitchFamily="34" charset="0"/>
                </a:rPr>
                <a:t>Pemeriksaan</a:t>
              </a:r>
              <a:r>
                <a:rPr lang="en-US" sz="1400" dirty="0">
                  <a:latin typeface="Bahnschrift Light SemiCondensed" panose="020B0502040204020203" pitchFamily="34" charset="0"/>
                </a:rPr>
                <a:t> dan Non </a:t>
              </a:r>
              <a:r>
                <a:rPr lang="en-US" sz="1400" dirty="0" err="1">
                  <a:latin typeface="Bahnschrift Light SemiCondensed" panose="020B0502040204020203" pitchFamily="34" charset="0"/>
                </a:rPr>
                <a:t>Pemeriksaan</a:t>
              </a:r>
              <a:endParaRPr lang="id-ID" sz="1400" dirty="0">
                <a:latin typeface="Bahnschrift Light SemiCondensed" panose="020B0502040204020203" pitchFamily="34" charset="0"/>
              </a:endParaRP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7FCAB8C-4ABA-4E6F-935F-AB722514EC23}"/>
                </a:ext>
              </a:extLst>
            </p:cNvPr>
            <p:cNvGrpSpPr/>
            <p:nvPr/>
          </p:nvGrpSpPr>
          <p:grpSpPr>
            <a:xfrm>
              <a:off x="8477265" y="214284"/>
              <a:ext cx="788995" cy="858501"/>
              <a:chOff x="3902323" y="3013842"/>
              <a:chExt cx="1551704" cy="1688400"/>
            </a:xfrm>
          </p:grpSpPr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215A876A-4271-4F38-A6D3-3FF6D53041EC}"/>
                  </a:ext>
                </a:extLst>
              </p:cNvPr>
              <p:cNvSpPr/>
              <p:nvPr/>
            </p:nvSpPr>
            <p:spPr>
              <a:xfrm>
                <a:off x="3902323" y="3013842"/>
                <a:ext cx="1551704" cy="1688400"/>
              </a:xfrm>
              <a:prstGeom prst="roundRect">
                <a:avLst>
                  <a:gd name="adj" fmla="val 12231"/>
                </a:avLst>
              </a:prstGeom>
              <a:solidFill>
                <a:srgbClr val="0C7D3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25" name="Rectangle: Top Corners Rounded 24">
                <a:extLst>
                  <a:ext uri="{FF2B5EF4-FFF2-40B4-BE49-F238E27FC236}">
                    <a16:creationId xmlns:a16="http://schemas.microsoft.com/office/drawing/2014/main" id="{89909C14-C568-42D5-92B8-2CE647456FE7}"/>
                  </a:ext>
                </a:extLst>
              </p:cNvPr>
              <p:cNvSpPr/>
              <p:nvPr/>
            </p:nvSpPr>
            <p:spPr>
              <a:xfrm rot="10800000">
                <a:off x="4382184" y="3159693"/>
                <a:ext cx="591982" cy="460007"/>
              </a:xfrm>
              <a:prstGeom prst="round2SameRect">
                <a:avLst>
                  <a:gd name="adj1" fmla="val 22952"/>
                  <a:gd name="adj2" fmla="val 0"/>
                </a:avLst>
              </a:prstGeom>
              <a:solidFill>
                <a:srgbClr val="B9202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26" name="Rectangle: Top Corners Rounded 25">
                <a:extLst>
                  <a:ext uri="{FF2B5EF4-FFF2-40B4-BE49-F238E27FC236}">
                    <a16:creationId xmlns:a16="http://schemas.microsoft.com/office/drawing/2014/main" id="{437723AC-D5D1-415C-B444-04D6A1CE926D}"/>
                  </a:ext>
                </a:extLst>
              </p:cNvPr>
              <p:cNvSpPr/>
              <p:nvPr/>
            </p:nvSpPr>
            <p:spPr>
              <a:xfrm>
                <a:off x="4097118" y="3765551"/>
                <a:ext cx="1167032" cy="873890"/>
              </a:xfrm>
              <a:prstGeom prst="round2SameRect">
                <a:avLst>
                  <a:gd name="adj1" fmla="val 22952"/>
                  <a:gd name="adj2" fmla="val 0"/>
                </a:avLst>
              </a:prstGeom>
              <a:solidFill>
                <a:srgbClr val="B9202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DB92B653-1368-477E-AB90-46964EF8ABF9}"/>
                  </a:ext>
                </a:extLst>
              </p:cNvPr>
              <p:cNvSpPr/>
              <p:nvPr/>
            </p:nvSpPr>
            <p:spPr>
              <a:xfrm>
                <a:off x="4228763" y="3858042"/>
                <a:ext cx="898824" cy="45719"/>
              </a:xfrm>
              <a:prstGeom prst="roundRect">
                <a:avLst>
                  <a:gd name="adj" fmla="val 12231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B7857AFD-7386-40A3-B4EA-6BAF01826D23}"/>
                  </a:ext>
                </a:extLst>
              </p:cNvPr>
              <p:cNvSpPr/>
              <p:nvPr/>
            </p:nvSpPr>
            <p:spPr>
              <a:xfrm>
                <a:off x="4228246" y="3973392"/>
                <a:ext cx="898824" cy="45719"/>
              </a:xfrm>
              <a:prstGeom prst="roundRect">
                <a:avLst>
                  <a:gd name="adj" fmla="val 12231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CF0C4FF3-84A0-44AA-846F-F81CF8DAE9DA}"/>
                  </a:ext>
                </a:extLst>
              </p:cNvPr>
              <p:cNvSpPr/>
              <p:nvPr/>
            </p:nvSpPr>
            <p:spPr>
              <a:xfrm>
                <a:off x="4228246" y="4088742"/>
                <a:ext cx="898824" cy="45719"/>
              </a:xfrm>
              <a:prstGeom prst="roundRect">
                <a:avLst>
                  <a:gd name="adj" fmla="val 12231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B2015C20-B15F-4970-9624-88DACB6B2A10}"/>
                  </a:ext>
                </a:extLst>
              </p:cNvPr>
              <p:cNvSpPr/>
              <p:nvPr/>
            </p:nvSpPr>
            <p:spPr>
              <a:xfrm>
                <a:off x="4097118" y="4507883"/>
                <a:ext cx="1167032" cy="130147"/>
              </a:xfrm>
              <a:prstGeom prst="roundRect">
                <a:avLst>
                  <a:gd name="adj" fmla="val 0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</p:grp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4B03BB8-5EAD-4DC0-824F-12C0D0F9E736}"/>
                </a:ext>
              </a:extLst>
            </p:cNvPr>
            <p:cNvSpPr txBox="1"/>
            <p:nvPr/>
          </p:nvSpPr>
          <p:spPr>
            <a:xfrm>
              <a:off x="9249088" y="0"/>
              <a:ext cx="143499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 err="1">
                  <a:solidFill>
                    <a:srgbClr val="0C7D3E"/>
                  </a:solidFill>
                  <a:latin typeface="Book Antiqua" panose="02040602050305030304" pitchFamily="18" charset="0"/>
                </a:rPr>
                <a:t>ank</a:t>
              </a:r>
              <a:endParaRPr lang="en-US" sz="4000" b="1" dirty="0">
                <a:solidFill>
                  <a:srgbClr val="B92025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AC865045-AC8C-4599-8300-21C247DCDB23}"/>
                </a:ext>
              </a:extLst>
            </p:cNvPr>
            <p:cNvSpPr txBox="1"/>
            <p:nvPr/>
          </p:nvSpPr>
          <p:spPr>
            <a:xfrm>
              <a:off x="9226865" y="537297"/>
              <a:ext cx="145722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rgbClr val="B92025"/>
                  </a:solidFill>
                  <a:latin typeface="Book Antiqua" panose="02040602050305030304" pitchFamily="18" charset="0"/>
                </a:rPr>
                <a:t>ATA</a:t>
              </a:r>
              <a:endParaRPr lang="en-US" sz="3200" b="1" dirty="0">
                <a:solidFill>
                  <a:srgbClr val="B92025"/>
                </a:solidFill>
                <a:latin typeface="Book Antiqua" panose="02040602050305030304" pitchFamily="18" charset="0"/>
              </a:endParaRPr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611A24AE-A9B9-4066-A4CD-5D056D21CFCA}"/>
              </a:ext>
            </a:extLst>
          </p:cNvPr>
          <p:cNvGrpSpPr/>
          <p:nvPr/>
        </p:nvGrpSpPr>
        <p:grpSpPr>
          <a:xfrm>
            <a:off x="3867982" y="1135659"/>
            <a:ext cx="2967955" cy="1480358"/>
            <a:chOff x="5858545" y="4553445"/>
            <a:chExt cx="2967955" cy="1480358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CF31DB5C-D749-4832-BEF8-763D3247B63A}"/>
                </a:ext>
              </a:extLst>
            </p:cNvPr>
            <p:cNvSpPr txBox="1"/>
            <p:nvPr/>
          </p:nvSpPr>
          <p:spPr>
            <a:xfrm>
              <a:off x="6483377" y="5077656"/>
              <a:ext cx="102457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>
                  <a:solidFill>
                    <a:srgbClr val="0C7D3E"/>
                  </a:solidFill>
                  <a:latin typeface="Book Antiqua" panose="02040602050305030304" pitchFamily="18" charset="0"/>
                </a:rPr>
                <a:t>Pen       </a:t>
              </a:r>
              <a:endParaRPr lang="en-US" sz="2800" b="1" dirty="0">
                <a:solidFill>
                  <a:srgbClr val="B92025"/>
                </a:solidFill>
                <a:latin typeface="Book Antiqua" panose="02040602050305030304" pitchFamily="18" charset="0"/>
              </a:endParaRPr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9EDD17A2-9B6A-4983-BD38-4425F02538D8}"/>
                </a:ext>
              </a:extLst>
            </p:cNvPr>
            <p:cNvGrpSpPr/>
            <p:nvPr/>
          </p:nvGrpSpPr>
          <p:grpSpPr>
            <a:xfrm>
              <a:off x="5858545" y="5056137"/>
              <a:ext cx="633482" cy="962992"/>
              <a:chOff x="9541464" y="5034469"/>
              <a:chExt cx="788995" cy="1199396"/>
            </a:xfrm>
          </p:grpSpPr>
          <p:sp>
            <p:nvSpPr>
              <p:cNvPr id="67" name="Rectangle: Rounded Corners 66">
                <a:extLst>
                  <a:ext uri="{FF2B5EF4-FFF2-40B4-BE49-F238E27FC236}">
                    <a16:creationId xmlns:a16="http://schemas.microsoft.com/office/drawing/2014/main" id="{0E3ACCB5-B8A6-4C1E-AC24-776F3299449D}"/>
                  </a:ext>
                </a:extLst>
              </p:cNvPr>
              <p:cNvSpPr/>
              <p:nvPr/>
            </p:nvSpPr>
            <p:spPr>
              <a:xfrm>
                <a:off x="9541464" y="5067155"/>
                <a:ext cx="788995" cy="1166710"/>
              </a:xfrm>
              <a:prstGeom prst="roundRect">
                <a:avLst>
                  <a:gd name="adj" fmla="val 12231"/>
                </a:avLst>
              </a:prstGeom>
              <a:solidFill>
                <a:srgbClr val="0C7D3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74" name="Rectangle: Rounded Corners 73">
                <a:extLst>
                  <a:ext uri="{FF2B5EF4-FFF2-40B4-BE49-F238E27FC236}">
                    <a16:creationId xmlns:a16="http://schemas.microsoft.com/office/drawing/2014/main" id="{33F1D3AD-8D95-4737-8D32-81A6A1D5EB5C}"/>
                  </a:ext>
                </a:extLst>
              </p:cNvPr>
              <p:cNvSpPr/>
              <p:nvPr/>
            </p:nvSpPr>
            <p:spPr>
              <a:xfrm>
                <a:off x="9581985" y="5100513"/>
                <a:ext cx="713860" cy="1099589"/>
              </a:xfrm>
              <a:prstGeom prst="roundRect">
                <a:avLst>
                  <a:gd name="adj" fmla="val 12231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68" name="Rectangle: Top Corners Rounded 67">
                <a:extLst>
                  <a:ext uri="{FF2B5EF4-FFF2-40B4-BE49-F238E27FC236}">
                    <a16:creationId xmlns:a16="http://schemas.microsoft.com/office/drawing/2014/main" id="{FCBF5E6D-7BE6-49B8-AE5E-434EA140A592}"/>
                  </a:ext>
                </a:extLst>
              </p:cNvPr>
              <p:cNvSpPr/>
              <p:nvPr/>
            </p:nvSpPr>
            <p:spPr>
              <a:xfrm rot="10800000">
                <a:off x="9785194" y="5034469"/>
                <a:ext cx="301005" cy="134552"/>
              </a:xfrm>
              <a:prstGeom prst="round2SameRect">
                <a:avLst>
                  <a:gd name="adj1" fmla="val 22952"/>
                  <a:gd name="adj2" fmla="val 0"/>
                </a:avLst>
              </a:prstGeom>
              <a:solidFill>
                <a:srgbClr val="B9202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9B06FFAA-5A97-473A-A392-F03434119551}"/>
                  </a:ext>
                </a:extLst>
              </p:cNvPr>
              <p:cNvSpPr/>
              <p:nvPr/>
            </p:nvSpPr>
            <p:spPr>
              <a:xfrm>
                <a:off x="9785193" y="5406097"/>
                <a:ext cx="457025" cy="232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dirty="0"/>
              </a:p>
            </p:txBody>
          </p:sp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A0A3C075-43A1-4BE1-9387-E979EAA280E7}"/>
                  </a:ext>
                </a:extLst>
              </p:cNvPr>
              <p:cNvSpPr/>
              <p:nvPr/>
            </p:nvSpPr>
            <p:spPr>
              <a:xfrm>
                <a:off x="9785192" y="5493930"/>
                <a:ext cx="457025" cy="232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77" name="Rectangle: Rounded Corners 76">
                <a:extLst>
                  <a:ext uri="{FF2B5EF4-FFF2-40B4-BE49-F238E27FC236}">
                    <a16:creationId xmlns:a16="http://schemas.microsoft.com/office/drawing/2014/main" id="{E65688CE-680D-4F76-9C9C-718804142CB3}"/>
                  </a:ext>
                </a:extLst>
              </p:cNvPr>
              <p:cNvSpPr/>
              <p:nvPr/>
            </p:nvSpPr>
            <p:spPr>
              <a:xfrm>
                <a:off x="9782084" y="5677032"/>
                <a:ext cx="457025" cy="232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78" name="Rectangle: Rounded Corners 77">
                <a:extLst>
                  <a:ext uri="{FF2B5EF4-FFF2-40B4-BE49-F238E27FC236}">
                    <a16:creationId xmlns:a16="http://schemas.microsoft.com/office/drawing/2014/main" id="{FBAF742C-3B63-4698-92E9-5DF39C0818FA}"/>
                  </a:ext>
                </a:extLst>
              </p:cNvPr>
              <p:cNvSpPr/>
              <p:nvPr/>
            </p:nvSpPr>
            <p:spPr>
              <a:xfrm>
                <a:off x="9782083" y="5764865"/>
                <a:ext cx="457025" cy="232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79" name="Rectangle: Rounded Corners 78">
                <a:extLst>
                  <a:ext uri="{FF2B5EF4-FFF2-40B4-BE49-F238E27FC236}">
                    <a16:creationId xmlns:a16="http://schemas.microsoft.com/office/drawing/2014/main" id="{ACCF1B4A-F69F-4A70-8811-34EF4AF4F472}"/>
                  </a:ext>
                </a:extLst>
              </p:cNvPr>
              <p:cNvSpPr/>
              <p:nvPr/>
            </p:nvSpPr>
            <p:spPr>
              <a:xfrm>
                <a:off x="9782083" y="5944001"/>
                <a:ext cx="457025" cy="232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80" name="Rectangle: Rounded Corners 79">
                <a:extLst>
                  <a:ext uri="{FF2B5EF4-FFF2-40B4-BE49-F238E27FC236}">
                    <a16:creationId xmlns:a16="http://schemas.microsoft.com/office/drawing/2014/main" id="{7A98A81B-0017-44D1-80B7-478C0905DA24}"/>
                  </a:ext>
                </a:extLst>
              </p:cNvPr>
              <p:cNvSpPr/>
              <p:nvPr/>
            </p:nvSpPr>
            <p:spPr>
              <a:xfrm>
                <a:off x="9782082" y="6031834"/>
                <a:ext cx="457025" cy="232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84" name="Rectangle: Rounded Corners 83">
                <a:extLst>
                  <a:ext uri="{FF2B5EF4-FFF2-40B4-BE49-F238E27FC236}">
                    <a16:creationId xmlns:a16="http://schemas.microsoft.com/office/drawing/2014/main" id="{375B62A2-7849-4F81-9B08-03A99A787E94}"/>
                  </a:ext>
                </a:extLst>
              </p:cNvPr>
              <p:cNvSpPr/>
              <p:nvPr/>
            </p:nvSpPr>
            <p:spPr>
              <a:xfrm>
                <a:off x="9650173" y="5371272"/>
                <a:ext cx="66832" cy="613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dirty="0"/>
              </a:p>
            </p:txBody>
          </p:sp>
          <p:sp>
            <p:nvSpPr>
              <p:cNvPr id="85" name="Rectangle: Rounded Corners 84">
                <a:extLst>
                  <a:ext uri="{FF2B5EF4-FFF2-40B4-BE49-F238E27FC236}">
                    <a16:creationId xmlns:a16="http://schemas.microsoft.com/office/drawing/2014/main" id="{C3541250-E501-4062-B980-22EA954FDE2A}"/>
                  </a:ext>
                </a:extLst>
              </p:cNvPr>
              <p:cNvSpPr/>
              <p:nvPr/>
            </p:nvSpPr>
            <p:spPr>
              <a:xfrm>
                <a:off x="9650173" y="5458171"/>
                <a:ext cx="66832" cy="613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dirty="0"/>
              </a:p>
            </p:txBody>
          </p:sp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C1302880-A78D-4B96-A599-CB67FAD87CE1}"/>
                  </a:ext>
                </a:extLst>
              </p:cNvPr>
              <p:cNvSpPr/>
              <p:nvPr/>
            </p:nvSpPr>
            <p:spPr>
              <a:xfrm>
                <a:off x="9648618" y="5640672"/>
                <a:ext cx="66832" cy="613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dirty="0"/>
              </a:p>
            </p:txBody>
          </p:sp>
          <p:sp>
            <p:nvSpPr>
              <p:cNvPr id="87" name="Rectangle: Rounded Corners 86">
                <a:extLst>
                  <a:ext uri="{FF2B5EF4-FFF2-40B4-BE49-F238E27FC236}">
                    <a16:creationId xmlns:a16="http://schemas.microsoft.com/office/drawing/2014/main" id="{C769EFD6-3E09-4DF8-8AB4-AB191F0A404E}"/>
                  </a:ext>
                </a:extLst>
              </p:cNvPr>
              <p:cNvSpPr/>
              <p:nvPr/>
            </p:nvSpPr>
            <p:spPr>
              <a:xfrm>
                <a:off x="9648618" y="5727571"/>
                <a:ext cx="66832" cy="613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dirty="0"/>
              </a:p>
            </p:txBody>
          </p:sp>
          <p:sp>
            <p:nvSpPr>
              <p:cNvPr id="88" name="Rectangle: Rounded Corners 87">
                <a:extLst>
                  <a:ext uri="{FF2B5EF4-FFF2-40B4-BE49-F238E27FC236}">
                    <a16:creationId xmlns:a16="http://schemas.microsoft.com/office/drawing/2014/main" id="{0DE86D8D-4365-4456-B412-41B38C4F99F0}"/>
                  </a:ext>
                </a:extLst>
              </p:cNvPr>
              <p:cNvSpPr/>
              <p:nvPr/>
            </p:nvSpPr>
            <p:spPr>
              <a:xfrm>
                <a:off x="9648618" y="5908769"/>
                <a:ext cx="66832" cy="613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dirty="0"/>
              </a:p>
            </p:txBody>
          </p:sp>
          <p:sp>
            <p:nvSpPr>
              <p:cNvPr id="89" name="Rectangle: Rounded Corners 88">
                <a:extLst>
                  <a:ext uri="{FF2B5EF4-FFF2-40B4-BE49-F238E27FC236}">
                    <a16:creationId xmlns:a16="http://schemas.microsoft.com/office/drawing/2014/main" id="{39CA68D9-8FCA-40B7-B467-ECB6CAD82D9A}"/>
                  </a:ext>
                </a:extLst>
              </p:cNvPr>
              <p:cNvSpPr/>
              <p:nvPr/>
            </p:nvSpPr>
            <p:spPr>
              <a:xfrm>
                <a:off x="9648618" y="5995668"/>
                <a:ext cx="66832" cy="613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dirty="0"/>
              </a:p>
            </p:txBody>
          </p: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8AD1B5DE-A165-41F5-9D94-6D2D0CDCEA0F}"/>
                </a:ext>
              </a:extLst>
            </p:cNvPr>
            <p:cNvSpPr txBox="1"/>
            <p:nvPr/>
          </p:nvSpPr>
          <p:spPr>
            <a:xfrm>
              <a:off x="7043565" y="4553445"/>
              <a:ext cx="788995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800" b="1" dirty="0">
                  <a:solidFill>
                    <a:srgbClr val="B92025"/>
                  </a:solidFill>
                  <a:latin typeface="Book Antiqua" panose="02040602050305030304" pitchFamily="18" charset="0"/>
                </a:rPr>
                <a:t>g</a:t>
              </a:r>
              <a:endParaRPr lang="en-US" sz="4000" b="1" dirty="0">
                <a:solidFill>
                  <a:srgbClr val="B92025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BBFB01B7-83F3-48D7-873C-40D6ADE655D7}"/>
                </a:ext>
              </a:extLst>
            </p:cNvPr>
            <p:cNvSpPr txBox="1"/>
            <p:nvPr/>
          </p:nvSpPr>
          <p:spPr>
            <a:xfrm>
              <a:off x="7632823" y="5076667"/>
              <a:ext cx="116849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 err="1">
                  <a:solidFill>
                    <a:srgbClr val="0C7D3E"/>
                  </a:solidFill>
                  <a:latin typeface="Book Antiqua" panose="02040602050305030304" pitchFamily="18" charset="0"/>
                </a:rPr>
                <a:t>ingat</a:t>
              </a:r>
              <a:endParaRPr lang="en-US" sz="2800" b="1" dirty="0">
                <a:solidFill>
                  <a:srgbClr val="B92025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DE7CF4C7-9A10-438D-8033-230458512246}"/>
                </a:ext>
              </a:extLst>
            </p:cNvPr>
            <p:cNvSpPr txBox="1"/>
            <p:nvPr/>
          </p:nvSpPr>
          <p:spPr>
            <a:xfrm>
              <a:off x="6486426" y="5434354"/>
              <a:ext cx="11684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>
                  <a:solidFill>
                    <a:srgbClr val="0C7D3E"/>
                  </a:solidFill>
                  <a:latin typeface="Book Antiqua" panose="02040602050305030304" pitchFamily="18" charset="0"/>
                </a:rPr>
                <a:t>TU</a:t>
              </a:r>
              <a:endParaRPr lang="en-US" sz="3200" b="1" dirty="0">
                <a:solidFill>
                  <a:srgbClr val="B92025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0177A1A4-50D7-43E0-93EC-E1FF32E7E904}"/>
                </a:ext>
              </a:extLst>
            </p:cNvPr>
            <p:cNvSpPr txBox="1"/>
            <p:nvPr/>
          </p:nvSpPr>
          <p:spPr>
            <a:xfrm>
              <a:off x="7658008" y="5449028"/>
              <a:ext cx="11684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>
                  <a:solidFill>
                    <a:srgbClr val="0C7D3E"/>
                  </a:solidFill>
                  <a:latin typeface="Book Antiqua" panose="02040602050305030304" pitchFamily="18" charset="0"/>
                </a:rPr>
                <a:t>AS</a:t>
              </a:r>
              <a:endParaRPr lang="en-US" sz="3200" b="1" dirty="0">
                <a:solidFill>
                  <a:srgbClr val="B92025"/>
                </a:solidFill>
                <a:latin typeface="Book Antiqua" panose="02040602050305030304" pitchFamily="18" charset="0"/>
              </a:endParaRPr>
            </a:p>
          </p:txBody>
        </p:sp>
      </p:grpSp>
      <p:sp>
        <p:nvSpPr>
          <p:cNvPr id="119" name="TextBox 118">
            <a:extLst>
              <a:ext uri="{FF2B5EF4-FFF2-40B4-BE49-F238E27FC236}">
                <a16:creationId xmlns:a16="http://schemas.microsoft.com/office/drawing/2014/main" id="{F1AAED03-2F9F-4F97-ACC1-C791328FB7BC}"/>
              </a:ext>
            </a:extLst>
          </p:cNvPr>
          <p:cNvSpPr txBox="1"/>
          <p:nvPr/>
        </p:nvSpPr>
        <p:spPr>
          <a:xfrm>
            <a:off x="632900" y="1692211"/>
            <a:ext cx="10245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C7D3E"/>
                </a:solidFill>
                <a:latin typeface="Book Antiqua" panose="02040602050305030304" pitchFamily="18" charset="0"/>
              </a:rPr>
              <a:t>Pen       </a:t>
            </a:r>
            <a:endParaRPr lang="en-US" sz="2800" b="1" dirty="0">
              <a:solidFill>
                <a:srgbClr val="B92025"/>
              </a:solidFill>
              <a:latin typeface="Book Antiqua" panose="02040602050305030304" pitchFamily="18" charset="0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C9CA7D2-E609-4893-8BDF-73C67ACDF4B9}"/>
              </a:ext>
            </a:extLst>
          </p:cNvPr>
          <p:cNvSpPr txBox="1"/>
          <p:nvPr/>
        </p:nvSpPr>
        <p:spPr>
          <a:xfrm>
            <a:off x="2068096" y="1691222"/>
            <a:ext cx="11684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rgbClr val="0C7D3E"/>
                </a:solidFill>
                <a:latin typeface="Book Antiqua" panose="02040602050305030304" pitchFamily="18" charset="0"/>
              </a:rPr>
              <a:t>ingat</a:t>
            </a:r>
            <a:endParaRPr lang="en-US" sz="2800" b="1" dirty="0">
              <a:solidFill>
                <a:srgbClr val="B92025"/>
              </a:solidFill>
              <a:latin typeface="Book Antiqua" panose="02040602050305030304" pitchFamily="18" charset="0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D695717-77DA-4B77-A4C7-029C883DB486}"/>
              </a:ext>
            </a:extLst>
          </p:cNvPr>
          <p:cNvSpPr txBox="1"/>
          <p:nvPr/>
        </p:nvSpPr>
        <p:spPr>
          <a:xfrm>
            <a:off x="651222" y="2048371"/>
            <a:ext cx="11684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C7D3E"/>
                </a:solidFill>
                <a:latin typeface="Book Antiqua" panose="02040602050305030304" pitchFamily="18" charset="0"/>
              </a:rPr>
              <a:t>TU</a:t>
            </a:r>
            <a:endParaRPr lang="en-US" sz="3200" b="1" dirty="0">
              <a:solidFill>
                <a:srgbClr val="B92025"/>
              </a:solidFill>
              <a:latin typeface="Book Antiqua" panose="02040602050305030304" pitchFamily="18" charset="0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8C7A3923-10E6-474E-8D49-00F1EC70514B}"/>
              </a:ext>
            </a:extLst>
          </p:cNvPr>
          <p:cNvSpPr txBox="1"/>
          <p:nvPr/>
        </p:nvSpPr>
        <p:spPr>
          <a:xfrm>
            <a:off x="2064706" y="2063583"/>
            <a:ext cx="11684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C7D3E"/>
                </a:solidFill>
                <a:latin typeface="Book Antiqua" panose="02040602050305030304" pitchFamily="18" charset="0"/>
              </a:rPr>
              <a:t>AS</a:t>
            </a:r>
            <a:endParaRPr lang="en-US" sz="3200" b="1" dirty="0">
              <a:solidFill>
                <a:srgbClr val="B92025"/>
              </a:solidFill>
              <a:latin typeface="Book Antiqua" panose="02040602050305030304" pitchFamily="18" charset="0"/>
            </a:endParaRP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A3489EF2-0A80-4A27-BE08-9D620FE4C847}"/>
              </a:ext>
            </a:extLst>
          </p:cNvPr>
          <p:cNvGrpSpPr/>
          <p:nvPr/>
        </p:nvGrpSpPr>
        <p:grpSpPr>
          <a:xfrm>
            <a:off x="1348557" y="1160328"/>
            <a:ext cx="796329" cy="1554705"/>
            <a:chOff x="1348557" y="1160328"/>
            <a:chExt cx="796329" cy="1554705"/>
          </a:xfrm>
        </p:grpSpPr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18F0D868-0FE4-4F45-ACBD-B90692F8390C}"/>
                </a:ext>
              </a:extLst>
            </p:cNvPr>
            <p:cNvGrpSpPr/>
            <p:nvPr/>
          </p:nvGrpSpPr>
          <p:grpSpPr>
            <a:xfrm>
              <a:off x="1348557" y="1515638"/>
              <a:ext cx="788994" cy="1199395"/>
              <a:chOff x="9541464" y="5034469"/>
              <a:chExt cx="788995" cy="1199396"/>
            </a:xfrm>
          </p:grpSpPr>
          <p:sp>
            <p:nvSpPr>
              <p:cNvPr id="121" name="Rectangle: Rounded Corners 120">
                <a:extLst>
                  <a:ext uri="{FF2B5EF4-FFF2-40B4-BE49-F238E27FC236}">
                    <a16:creationId xmlns:a16="http://schemas.microsoft.com/office/drawing/2014/main" id="{5A56B3BE-7E96-4424-92F5-F190D1EB8AED}"/>
                  </a:ext>
                </a:extLst>
              </p:cNvPr>
              <p:cNvSpPr/>
              <p:nvPr/>
            </p:nvSpPr>
            <p:spPr>
              <a:xfrm>
                <a:off x="9541464" y="5067155"/>
                <a:ext cx="788995" cy="1166710"/>
              </a:xfrm>
              <a:prstGeom prst="roundRect">
                <a:avLst>
                  <a:gd name="adj" fmla="val 12231"/>
                </a:avLst>
              </a:prstGeom>
              <a:solidFill>
                <a:srgbClr val="0C7D3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122" name="Rectangle: Rounded Corners 121">
                <a:extLst>
                  <a:ext uri="{FF2B5EF4-FFF2-40B4-BE49-F238E27FC236}">
                    <a16:creationId xmlns:a16="http://schemas.microsoft.com/office/drawing/2014/main" id="{FC0EB666-733E-4E6B-B106-BD4D039AAA76}"/>
                  </a:ext>
                </a:extLst>
              </p:cNvPr>
              <p:cNvSpPr/>
              <p:nvPr/>
            </p:nvSpPr>
            <p:spPr>
              <a:xfrm>
                <a:off x="9581985" y="5100513"/>
                <a:ext cx="713860" cy="1099589"/>
              </a:xfrm>
              <a:prstGeom prst="roundRect">
                <a:avLst>
                  <a:gd name="adj" fmla="val 12231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123" name="Rectangle: Top Corners Rounded 122">
                <a:extLst>
                  <a:ext uri="{FF2B5EF4-FFF2-40B4-BE49-F238E27FC236}">
                    <a16:creationId xmlns:a16="http://schemas.microsoft.com/office/drawing/2014/main" id="{016FD794-BA34-4529-8268-081E710D9148}"/>
                  </a:ext>
                </a:extLst>
              </p:cNvPr>
              <p:cNvSpPr/>
              <p:nvPr/>
            </p:nvSpPr>
            <p:spPr>
              <a:xfrm rot="10800000">
                <a:off x="9785194" y="5034469"/>
                <a:ext cx="301005" cy="134552"/>
              </a:xfrm>
              <a:prstGeom prst="round2SameRect">
                <a:avLst>
                  <a:gd name="adj1" fmla="val 22952"/>
                  <a:gd name="adj2" fmla="val 0"/>
                </a:avLst>
              </a:prstGeom>
              <a:solidFill>
                <a:srgbClr val="B9202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124" name="Rectangle: Rounded Corners 123">
                <a:extLst>
                  <a:ext uri="{FF2B5EF4-FFF2-40B4-BE49-F238E27FC236}">
                    <a16:creationId xmlns:a16="http://schemas.microsoft.com/office/drawing/2014/main" id="{CA58342E-F33A-4B6B-9704-D713A3CF8DCC}"/>
                  </a:ext>
                </a:extLst>
              </p:cNvPr>
              <p:cNvSpPr/>
              <p:nvPr/>
            </p:nvSpPr>
            <p:spPr>
              <a:xfrm>
                <a:off x="9785193" y="5406097"/>
                <a:ext cx="457025" cy="232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dirty="0"/>
              </a:p>
            </p:txBody>
          </p:sp>
          <p:sp>
            <p:nvSpPr>
              <p:cNvPr id="125" name="Rectangle: Rounded Corners 124">
                <a:extLst>
                  <a:ext uri="{FF2B5EF4-FFF2-40B4-BE49-F238E27FC236}">
                    <a16:creationId xmlns:a16="http://schemas.microsoft.com/office/drawing/2014/main" id="{1FF6F1AE-9C14-43B2-A60A-A49C29F3EA47}"/>
                  </a:ext>
                </a:extLst>
              </p:cNvPr>
              <p:cNvSpPr/>
              <p:nvPr/>
            </p:nvSpPr>
            <p:spPr>
              <a:xfrm>
                <a:off x="9785192" y="5493930"/>
                <a:ext cx="457025" cy="232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126" name="Rectangle: Rounded Corners 125">
                <a:extLst>
                  <a:ext uri="{FF2B5EF4-FFF2-40B4-BE49-F238E27FC236}">
                    <a16:creationId xmlns:a16="http://schemas.microsoft.com/office/drawing/2014/main" id="{89835DEF-6621-4629-B60B-67D56E30F97E}"/>
                  </a:ext>
                </a:extLst>
              </p:cNvPr>
              <p:cNvSpPr/>
              <p:nvPr/>
            </p:nvSpPr>
            <p:spPr>
              <a:xfrm>
                <a:off x="9782084" y="5677032"/>
                <a:ext cx="457025" cy="232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127" name="Rectangle: Rounded Corners 126">
                <a:extLst>
                  <a:ext uri="{FF2B5EF4-FFF2-40B4-BE49-F238E27FC236}">
                    <a16:creationId xmlns:a16="http://schemas.microsoft.com/office/drawing/2014/main" id="{18364AD2-408A-451C-9742-B824EEA59C31}"/>
                  </a:ext>
                </a:extLst>
              </p:cNvPr>
              <p:cNvSpPr/>
              <p:nvPr/>
            </p:nvSpPr>
            <p:spPr>
              <a:xfrm>
                <a:off x="9782083" y="5764865"/>
                <a:ext cx="457025" cy="232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128" name="Rectangle: Rounded Corners 127">
                <a:extLst>
                  <a:ext uri="{FF2B5EF4-FFF2-40B4-BE49-F238E27FC236}">
                    <a16:creationId xmlns:a16="http://schemas.microsoft.com/office/drawing/2014/main" id="{99954A3E-528A-4003-BD9C-B8DEC7F7BFDC}"/>
                  </a:ext>
                </a:extLst>
              </p:cNvPr>
              <p:cNvSpPr/>
              <p:nvPr/>
            </p:nvSpPr>
            <p:spPr>
              <a:xfrm>
                <a:off x="9782083" y="5944001"/>
                <a:ext cx="457025" cy="232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129" name="Rectangle: Rounded Corners 128">
                <a:extLst>
                  <a:ext uri="{FF2B5EF4-FFF2-40B4-BE49-F238E27FC236}">
                    <a16:creationId xmlns:a16="http://schemas.microsoft.com/office/drawing/2014/main" id="{98222DEE-2C11-4841-8752-D18F5801EE19}"/>
                  </a:ext>
                </a:extLst>
              </p:cNvPr>
              <p:cNvSpPr/>
              <p:nvPr/>
            </p:nvSpPr>
            <p:spPr>
              <a:xfrm>
                <a:off x="9782082" y="6031834"/>
                <a:ext cx="457025" cy="232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/>
              </a:p>
            </p:txBody>
          </p:sp>
          <p:sp>
            <p:nvSpPr>
              <p:cNvPr id="130" name="Rectangle: Rounded Corners 129">
                <a:extLst>
                  <a:ext uri="{FF2B5EF4-FFF2-40B4-BE49-F238E27FC236}">
                    <a16:creationId xmlns:a16="http://schemas.microsoft.com/office/drawing/2014/main" id="{F81F8C34-F798-484F-89CF-C0551D126E34}"/>
                  </a:ext>
                </a:extLst>
              </p:cNvPr>
              <p:cNvSpPr/>
              <p:nvPr/>
            </p:nvSpPr>
            <p:spPr>
              <a:xfrm>
                <a:off x="9650173" y="5371272"/>
                <a:ext cx="66832" cy="613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dirty="0"/>
              </a:p>
            </p:txBody>
          </p:sp>
          <p:sp>
            <p:nvSpPr>
              <p:cNvPr id="131" name="Rectangle: Rounded Corners 130">
                <a:extLst>
                  <a:ext uri="{FF2B5EF4-FFF2-40B4-BE49-F238E27FC236}">
                    <a16:creationId xmlns:a16="http://schemas.microsoft.com/office/drawing/2014/main" id="{75756549-FA94-4E25-93CA-99F289E7B740}"/>
                  </a:ext>
                </a:extLst>
              </p:cNvPr>
              <p:cNvSpPr/>
              <p:nvPr/>
            </p:nvSpPr>
            <p:spPr>
              <a:xfrm>
                <a:off x="9650173" y="5458171"/>
                <a:ext cx="66832" cy="613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dirty="0"/>
              </a:p>
            </p:txBody>
          </p:sp>
          <p:sp>
            <p:nvSpPr>
              <p:cNvPr id="132" name="Rectangle: Rounded Corners 131">
                <a:extLst>
                  <a:ext uri="{FF2B5EF4-FFF2-40B4-BE49-F238E27FC236}">
                    <a16:creationId xmlns:a16="http://schemas.microsoft.com/office/drawing/2014/main" id="{F1D6A4F7-DA84-411C-9903-55263CB06E87}"/>
                  </a:ext>
                </a:extLst>
              </p:cNvPr>
              <p:cNvSpPr/>
              <p:nvPr/>
            </p:nvSpPr>
            <p:spPr>
              <a:xfrm>
                <a:off x="9648618" y="5640672"/>
                <a:ext cx="66832" cy="613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dirty="0"/>
              </a:p>
            </p:txBody>
          </p:sp>
          <p:sp>
            <p:nvSpPr>
              <p:cNvPr id="133" name="Rectangle: Rounded Corners 132">
                <a:extLst>
                  <a:ext uri="{FF2B5EF4-FFF2-40B4-BE49-F238E27FC236}">
                    <a16:creationId xmlns:a16="http://schemas.microsoft.com/office/drawing/2014/main" id="{387FACBB-C9FB-48AD-BC59-3961DCECA29F}"/>
                  </a:ext>
                </a:extLst>
              </p:cNvPr>
              <p:cNvSpPr/>
              <p:nvPr/>
            </p:nvSpPr>
            <p:spPr>
              <a:xfrm>
                <a:off x="9648618" y="5727571"/>
                <a:ext cx="66832" cy="613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dirty="0"/>
              </a:p>
            </p:txBody>
          </p:sp>
          <p:sp>
            <p:nvSpPr>
              <p:cNvPr id="134" name="Rectangle: Rounded Corners 133">
                <a:extLst>
                  <a:ext uri="{FF2B5EF4-FFF2-40B4-BE49-F238E27FC236}">
                    <a16:creationId xmlns:a16="http://schemas.microsoft.com/office/drawing/2014/main" id="{CDE2579C-E732-4079-98E3-8EE864711FF3}"/>
                  </a:ext>
                </a:extLst>
              </p:cNvPr>
              <p:cNvSpPr/>
              <p:nvPr/>
            </p:nvSpPr>
            <p:spPr>
              <a:xfrm>
                <a:off x="9648618" y="5908769"/>
                <a:ext cx="66832" cy="613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dirty="0"/>
              </a:p>
            </p:txBody>
          </p:sp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6A40E6BB-3D7F-4156-A010-4A50A1048E38}"/>
                  </a:ext>
                </a:extLst>
              </p:cNvPr>
              <p:cNvSpPr/>
              <p:nvPr/>
            </p:nvSpPr>
            <p:spPr>
              <a:xfrm>
                <a:off x="9648618" y="5995668"/>
                <a:ext cx="66832" cy="61347"/>
              </a:xfrm>
              <a:prstGeom prst="roundRect">
                <a:avLst>
                  <a:gd name="adj" fmla="val 12231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dirty="0"/>
              </a:p>
            </p:txBody>
          </p:sp>
        </p:grp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20296764-8A58-4F55-B14D-32B47E2E6D8F}"/>
                </a:ext>
              </a:extLst>
            </p:cNvPr>
            <p:cNvSpPr txBox="1"/>
            <p:nvPr/>
          </p:nvSpPr>
          <p:spPr>
            <a:xfrm>
              <a:off x="1355891" y="1160328"/>
              <a:ext cx="788995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800" b="1" dirty="0">
                  <a:solidFill>
                    <a:srgbClr val="B92025"/>
                  </a:solidFill>
                  <a:latin typeface="Book Antiqua" panose="02040602050305030304" pitchFamily="18" charset="0"/>
                </a:rPr>
                <a:t>g</a:t>
              </a:r>
              <a:endParaRPr lang="en-US" sz="4000" b="1" dirty="0">
                <a:solidFill>
                  <a:srgbClr val="B92025"/>
                </a:solidFill>
                <a:latin typeface="Book Antiqua" panose="0204060205030503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532890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DE6B514-7A78-447B-81B0-B0DCAA3EA8E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1148" r="7399" b="22704"/>
          <a:stretch/>
        </p:blipFill>
        <p:spPr>
          <a:xfrm>
            <a:off x="1368660" y="942975"/>
            <a:ext cx="2749324" cy="10859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686525A-2E2F-4774-B839-343DABEC180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940" t="21620" r="6699" b="16910"/>
          <a:stretch/>
        </p:blipFill>
        <p:spPr>
          <a:xfrm>
            <a:off x="1693872" y="1982450"/>
            <a:ext cx="2424112" cy="144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5089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oup 103">
            <a:extLst>
              <a:ext uri="{FF2B5EF4-FFF2-40B4-BE49-F238E27FC236}">
                <a16:creationId xmlns:a16="http://schemas.microsoft.com/office/drawing/2014/main" id="{ECD3A92A-4DA4-4479-BCBC-7E097129B44B}"/>
              </a:ext>
            </a:extLst>
          </p:cNvPr>
          <p:cNvGrpSpPr/>
          <p:nvPr/>
        </p:nvGrpSpPr>
        <p:grpSpPr>
          <a:xfrm>
            <a:off x="1710962" y="485854"/>
            <a:ext cx="8847357" cy="4998530"/>
            <a:chOff x="1710962" y="485854"/>
            <a:chExt cx="8847357" cy="4998530"/>
          </a:xfrm>
        </p:grpSpPr>
        <p:sp>
          <p:nvSpPr>
            <p:cNvPr id="7" name="Shape 8"/>
            <p:cNvSpPr/>
            <p:nvPr/>
          </p:nvSpPr>
          <p:spPr>
            <a:xfrm>
              <a:off x="3745416" y="2684863"/>
              <a:ext cx="461202" cy="4612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cubicBezTo>
                    <a:pt x="4835" y="0"/>
                    <a:pt x="0" y="4835"/>
                    <a:pt x="0" y="10800"/>
                  </a:cubicBezTo>
                  <a:cubicBezTo>
                    <a:pt x="0" y="16765"/>
                    <a:pt x="4835" y="21600"/>
                    <a:pt x="10800" y="21600"/>
                  </a:cubicBezTo>
                  <a:cubicBezTo>
                    <a:pt x="16765" y="21600"/>
                    <a:pt x="21600" y="16765"/>
                    <a:pt x="21600" y="10800"/>
                  </a:cubicBezTo>
                  <a:cubicBezTo>
                    <a:pt x="21600" y="4835"/>
                    <a:pt x="16765" y="0"/>
                    <a:pt x="10800" y="0"/>
                  </a:cubicBezTo>
                  <a:close/>
                </a:path>
              </a:pathLst>
            </a:custGeom>
            <a:solidFill>
              <a:schemeClr val="accent1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kumimoji="0" sz="3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Montserrat"/>
                <a:ea typeface="+mn-ea"/>
                <a:cs typeface="+mn-cs"/>
              </a:endParaRPr>
            </a:p>
          </p:txBody>
        </p:sp>
        <p:sp>
          <p:nvSpPr>
            <p:cNvPr id="9" name="Shape 10"/>
            <p:cNvSpPr/>
            <p:nvPr/>
          </p:nvSpPr>
          <p:spPr>
            <a:xfrm>
              <a:off x="4884308" y="1530105"/>
              <a:ext cx="153552" cy="1535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cubicBezTo>
                    <a:pt x="4835" y="0"/>
                    <a:pt x="0" y="4835"/>
                    <a:pt x="0" y="10800"/>
                  </a:cubicBezTo>
                  <a:cubicBezTo>
                    <a:pt x="0" y="16765"/>
                    <a:pt x="4835" y="21600"/>
                    <a:pt x="10800" y="21600"/>
                  </a:cubicBezTo>
                  <a:cubicBezTo>
                    <a:pt x="16765" y="21600"/>
                    <a:pt x="21600" y="16765"/>
                    <a:pt x="21600" y="10800"/>
                  </a:cubicBezTo>
                  <a:cubicBezTo>
                    <a:pt x="21600" y="4835"/>
                    <a:pt x="16765" y="0"/>
                    <a:pt x="10800" y="0"/>
                  </a:cubicBezTo>
                  <a:close/>
                </a:path>
              </a:pathLst>
            </a:custGeom>
            <a:solidFill>
              <a:schemeClr val="bg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kumimoji="0" sz="3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Montserrat"/>
                <a:ea typeface="+mn-ea"/>
                <a:cs typeface="+mn-cs"/>
              </a:endParaRPr>
            </a:p>
          </p:txBody>
        </p:sp>
        <p:sp>
          <p:nvSpPr>
            <p:cNvPr id="10" name="Shape 11"/>
            <p:cNvSpPr/>
            <p:nvPr/>
          </p:nvSpPr>
          <p:spPr>
            <a:xfrm>
              <a:off x="6597510" y="1806762"/>
              <a:ext cx="219480" cy="21948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cubicBezTo>
                    <a:pt x="4835" y="0"/>
                    <a:pt x="0" y="4835"/>
                    <a:pt x="0" y="10800"/>
                  </a:cubicBezTo>
                  <a:cubicBezTo>
                    <a:pt x="0" y="16765"/>
                    <a:pt x="4835" y="21600"/>
                    <a:pt x="10800" y="21600"/>
                  </a:cubicBezTo>
                  <a:cubicBezTo>
                    <a:pt x="16765" y="21600"/>
                    <a:pt x="21600" y="16765"/>
                    <a:pt x="21600" y="10800"/>
                  </a:cubicBezTo>
                  <a:cubicBezTo>
                    <a:pt x="21600" y="4835"/>
                    <a:pt x="16765" y="0"/>
                    <a:pt x="10800" y="0"/>
                  </a:cubicBezTo>
                  <a:close/>
                </a:path>
              </a:pathLst>
            </a:custGeom>
            <a:solidFill>
              <a:schemeClr val="accent5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kumimoji="0" sz="3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Montserrat"/>
                <a:ea typeface="+mn-ea"/>
                <a:cs typeface="+mn-cs"/>
              </a:endParaRPr>
            </a:p>
          </p:txBody>
        </p:sp>
        <p:sp>
          <p:nvSpPr>
            <p:cNvPr id="15" name="Shape 16"/>
            <p:cNvSpPr/>
            <p:nvPr/>
          </p:nvSpPr>
          <p:spPr>
            <a:xfrm>
              <a:off x="4836938" y="1834393"/>
              <a:ext cx="351804" cy="3518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cubicBezTo>
                    <a:pt x="4835" y="0"/>
                    <a:pt x="0" y="4835"/>
                    <a:pt x="0" y="10800"/>
                  </a:cubicBezTo>
                  <a:cubicBezTo>
                    <a:pt x="0" y="16765"/>
                    <a:pt x="4835" y="21600"/>
                    <a:pt x="10800" y="21600"/>
                  </a:cubicBezTo>
                  <a:cubicBezTo>
                    <a:pt x="16765" y="21600"/>
                    <a:pt x="21600" y="16765"/>
                    <a:pt x="21600" y="10800"/>
                  </a:cubicBezTo>
                  <a:cubicBezTo>
                    <a:pt x="21600" y="4835"/>
                    <a:pt x="16765" y="0"/>
                    <a:pt x="10800" y="0"/>
                  </a:cubicBez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kumimoji="0" sz="3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Montserrat"/>
                <a:ea typeface="+mn-ea"/>
                <a:cs typeface="+mn-cs"/>
              </a:endParaRPr>
            </a:p>
          </p:txBody>
        </p:sp>
        <p:sp>
          <p:nvSpPr>
            <p:cNvPr id="16" name="Shape 17"/>
            <p:cNvSpPr/>
            <p:nvPr/>
          </p:nvSpPr>
          <p:spPr>
            <a:xfrm>
              <a:off x="9061493" y="3457271"/>
              <a:ext cx="258926" cy="2589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cubicBezTo>
                    <a:pt x="4835" y="0"/>
                    <a:pt x="0" y="4835"/>
                    <a:pt x="0" y="10800"/>
                  </a:cubicBezTo>
                  <a:cubicBezTo>
                    <a:pt x="0" y="16765"/>
                    <a:pt x="4835" y="21600"/>
                    <a:pt x="10800" y="21600"/>
                  </a:cubicBezTo>
                  <a:cubicBezTo>
                    <a:pt x="16765" y="21600"/>
                    <a:pt x="21600" y="16765"/>
                    <a:pt x="21600" y="10800"/>
                  </a:cubicBezTo>
                  <a:cubicBezTo>
                    <a:pt x="21600" y="4835"/>
                    <a:pt x="16765" y="0"/>
                    <a:pt x="10800" y="0"/>
                  </a:cubicBezTo>
                  <a:close/>
                </a:path>
              </a:pathLst>
            </a:custGeom>
            <a:solidFill>
              <a:schemeClr val="accent6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kumimoji="0" sz="3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Montserrat"/>
                <a:ea typeface="+mn-ea"/>
                <a:cs typeface="+mn-cs"/>
              </a:endParaRPr>
            </a:p>
          </p:txBody>
        </p:sp>
        <p:sp>
          <p:nvSpPr>
            <p:cNvPr id="19" name="Shape 20"/>
            <p:cNvSpPr/>
            <p:nvPr/>
          </p:nvSpPr>
          <p:spPr>
            <a:xfrm>
              <a:off x="5842154" y="1480002"/>
              <a:ext cx="370506" cy="37050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cubicBezTo>
                    <a:pt x="4835" y="0"/>
                    <a:pt x="0" y="4835"/>
                    <a:pt x="0" y="10800"/>
                  </a:cubicBezTo>
                  <a:cubicBezTo>
                    <a:pt x="0" y="16765"/>
                    <a:pt x="4835" y="21600"/>
                    <a:pt x="10800" y="21600"/>
                  </a:cubicBezTo>
                  <a:cubicBezTo>
                    <a:pt x="16765" y="21600"/>
                    <a:pt x="21600" y="16765"/>
                    <a:pt x="21600" y="10800"/>
                  </a:cubicBezTo>
                  <a:cubicBezTo>
                    <a:pt x="21600" y="4835"/>
                    <a:pt x="16765" y="0"/>
                    <a:pt x="10800" y="0"/>
                  </a:cubicBezTo>
                  <a:close/>
                </a:path>
              </a:pathLst>
            </a:custGeom>
            <a:ln w="101600">
              <a:solidFill>
                <a:schemeClr val="tx1">
                  <a:alpha val="20000"/>
                </a:schemeClr>
              </a:solidFill>
              <a:miter lim="400000"/>
            </a:ln>
          </p:spPr>
          <p:txBody>
            <a:bodyPr lIns="0" tIns="0" rIns="0" bIns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kumimoji="0" sz="3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Montserrat"/>
                <a:ea typeface="+mn-ea"/>
                <a:cs typeface="+mn-cs"/>
              </a:endParaRPr>
            </a:p>
          </p:txBody>
        </p:sp>
        <p:sp>
          <p:nvSpPr>
            <p:cNvPr id="20" name="Shape 21"/>
            <p:cNvSpPr/>
            <p:nvPr/>
          </p:nvSpPr>
          <p:spPr>
            <a:xfrm>
              <a:off x="8502870" y="1866794"/>
              <a:ext cx="307374" cy="30737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cubicBezTo>
                    <a:pt x="4835" y="0"/>
                    <a:pt x="0" y="4835"/>
                    <a:pt x="0" y="10800"/>
                  </a:cubicBezTo>
                  <a:cubicBezTo>
                    <a:pt x="0" y="16765"/>
                    <a:pt x="4835" y="21600"/>
                    <a:pt x="10800" y="21600"/>
                  </a:cubicBezTo>
                  <a:cubicBezTo>
                    <a:pt x="16765" y="21600"/>
                    <a:pt x="21600" y="16765"/>
                    <a:pt x="21600" y="10800"/>
                  </a:cubicBezTo>
                  <a:cubicBezTo>
                    <a:pt x="21600" y="4835"/>
                    <a:pt x="16765" y="0"/>
                    <a:pt x="10800" y="0"/>
                  </a:cubicBezTo>
                  <a:close/>
                </a:path>
              </a:pathLst>
            </a:custGeom>
            <a:ln w="76200">
              <a:solidFill>
                <a:schemeClr val="accent5"/>
              </a:solidFill>
              <a:miter lim="400000"/>
            </a:ln>
          </p:spPr>
          <p:txBody>
            <a:bodyPr lIns="0" tIns="0" rIns="0" bIns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kumimoji="0" sz="3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Montserrat"/>
                <a:ea typeface="+mn-ea"/>
                <a:cs typeface="+mn-cs"/>
              </a:endParaRP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75A12F6-598E-4B9B-B404-B96B341D28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06742" y="485854"/>
              <a:ext cx="795600" cy="795600"/>
            </a:xfrm>
            <a:prstGeom prst="rect">
              <a:avLst/>
            </a:prstGeom>
          </p:spPr>
        </p:pic>
        <p:sp>
          <p:nvSpPr>
            <p:cNvPr id="22" name="Shape 23"/>
            <p:cNvSpPr/>
            <p:nvPr/>
          </p:nvSpPr>
          <p:spPr>
            <a:xfrm>
              <a:off x="2820716" y="4340905"/>
              <a:ext cx="297592" cy="2975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cubicBezTo>
                    <a:pt x="4835" y="0"/>
                    <a:pt x="0" y="4835"/>
                    <a:pt x="0" y="10800"/>
                  </a:cubicBezTo>
                  <a:cubicBezTo>
                    <a:pt x="0" y="16765"/>
                    <a:pt x="4835" y="21600"/>
                    <a:pt x="10800" y="21600"/>
                  </a:cubicBezTo>
                  <a:cubicBezTo>
                    <a:pt x="16765" y="21600"/>
                    <a:pt x="21600" y="16765"/>
                    <a:pt x="21600" y="10800"/>
                  </a:cubicBezTo>
                  <a:cubicBezTo>
                    <a:pt x="21600" y="4835"/>
                    <a:pt x="16765" y="0"/>
                    <a:pt x="10800" y="0"/>
                  </a:cubicBezTo>
                  <a:close/>
                </a:path>
              </a:pathLst>
            </a:custGeom>
            <a:ln w="101600">
              <a:solidFill>
                <a:schemeClr val="accent3"/>
              </a:solidFill>
              <a:miter lim="400000"/>
            </a:ln>
          </p:spPr>
          <p:txBody>
            <a:bodyPr lIns="0" tIns="0" rIns="0" bIns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kumimoji="0" sz="3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Montserrat"/>
                <a:ea typeface="+mn-ea"/>
                <a:cs typeface="+mn-cs"/>
              </a:endParaRP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F2A87E9-9659-449A-9C5B-F14426C18F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2627" t="12177" r="12504" b="6206"/>
            <a:stretch/>
          </p:blipFill>
          <p:spPr>
            <a:xfrm>
              <a:off x="1710962" y="2085186"/>
              <a:ext cx="1522024" cy="795600"/>
            </a:xfrm>
            <a:prstGeom prst="rect">
              <a:avLst/>
            </a:prstGeom>
          </p:spPr>
        </p:pic>
        <p:grpSp>
          <p:nvGrpSpPr>
            <p:cNvPr id="49" name="Group 48"/>
            <p:cNvGrpSpPr/>
            <p:nvPr/>
          </p:nvGrpSpPr>
          <p:grpSpPr>
            <a:xfrm>
              <a:off x="4086919" y="2083085"/>
              <a:ext cx="3884548" cy="3244916"/>
              <a:chOff x="2371305" y="3197018"/>
              <a:chExt cx="2795331" cy="2335051"/>
            </a:xfrm>
            <a:effectLst>
              <a:outerShdw blurRad="304800" dist="444500" dir="11760000" algn="t" rotWithShape="0">
                <a:prstClr val="black">
                  <a:alpha val="20000"/>
                </a:prstClr>
              </a:outerShdw>
            </a:effectLst>
          </p:grpSpPr>
          <p:sp>
            <p:nvSpPr>
              <p:cNvPr id="23" name="Shape 24"/>
              <p:cNvSpPr/>
              <p:nvPr/>
            </p:nvSpPr>
            <p:spPr>
              <a:xfrm>
                <a:off x="3294503" y="5145677"/>
                <a:ext cx="958187" cy="33587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8791" y="0"/>
                    </a:moveTo>
                    <a:lnTo>
                      <a:pt x="18791" y="9755"/>
                    </a:lnTo>
                    <a:cubicBezTo>
                      <a:pt x="18791" y="18465"/>
                      <a:pt x="20623" y="20903"/>
                      <a:pt x="21600" y="21600"/>
                    </a:cubicBezTo>
                    <a:lnTo>
                      <a:pt x="0" y="21600"/>
                    </a:lnTo>
                    <a:cubicBezTo>
                      <a:pt x="977" y="20903"/>
                      <a:pt x="2809" y="18465"/>
                      <a:pt x="2809" y="9755"/>
                    </a:cubicBezTo>
                    <a:lnTo>
                      <a:pt x="2809" y="0"/>
                    </a:lnTo>
                  </a:path>
                </a:pathLst>
              </a:custGeom>
              <a:solidFill>
                <a:schemeClr val="bg2">
                  <a:lumMod val="40000"/>
                  <a:lumOff val="60000"/>
                </a:schemeClr>
              </a:solidFill>
              <a:ln w="12700">
                <a:miter lim="400000"/>
              </a:ln>
            </p:spPr>
            <p:txBody>
              <a:bodyPr lIns="0" tIns="0" rIns="0" bIns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3000"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</a:defRPr>
                </a:pPr>
                <a:endParaRPr kumimoji="0" sz="3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uLnTx/>
                  <a:uFillTx/>
                  <a:latin typeface="Montserrat"/>
                  <a:ea typeface="+mn-ea"/>
                  <a:cs typeface="+mn-cs"/>
                </a:endParaRPr>
              </a:p>
            </p:txBody>
          </p:sp>
          <p:sp>
            <p:nvSpPr>
              <p:cNvPr id="24" name="Shape 25"/>
              <p:cNvSpPr/>
              <p:nvPr/>
            </p:nvSpPr>
            <p:spPr>
              <a:xfrm>
                <a:off x="3257575" y="5475187"/>
                <a:ext cx="1035383" cy="5688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007" y="21600"/>
                    </a:moveTo>
                    <a:cubicBezTo>
                      <a:pt x="21334" y="21600"/>
                      <a:pt x="21600" y="16765"/>
                      <a:pt x="21600" y="10800"/>
                    </a:cubicBezTo>
                    <a:lnTo>
                      <a:pt x="21600" y="10800"/>
                    </a:lnTo>
                    <a:cubicBezTo>
                      <a:pt x="21600" y="4835"/>
                      <a:pt x="21334" y="0"/>
                      <a:pt x="21007" y="0"/>
                    </a:cubicBezTo>
                    <a:lnTo>
                      <a:pt x="593" y="0"/>
                    </a:lnTo>
                    <a:cubicBezTo>
                      <a:pt x="266" y="0"/>
                      <a:pt x="0" y="4835"/>
                      <a:pt x="0" y="10800"/>
                    </a:cubicBezTo>
                    <a:lnTo>
                      <a:pt x="0" y="10800"/>
                    </a:lnTo>
                    <a:cubicBezTo>
                      <a:pt x="0" y="16765"/>
                      <a:pt x="266" y="21600"/>
                      <a:pt x="593" y="21600"/>
                    </a:cubicBezTo>
                    <a:cubicBezTo>
                      <a:pt x="593" y="21600"/>
                      <a:pt x="21007" y="21600"/>
                      <a:pt x="21007" y="21600"/>
                    </a:cubicBezTo>
                    <a:close/>
                  </a:path>
                </a:pathLst>
              </a:custGeom>
              <a:solidFill>
                <a:schemeClr val="bg2">
                  <a:lumMod val="20000"/>
                  <a:lumOff val="80000"/>
                </a:schemeClr>
              </a:solidFill>
              <a:ln w="12700">
                <a:miter lim="400000"/>
              </a:ln>
            </p:spPr>
            <p:txBody>
              <a:bodyPr lIns="0" tIns="0" rIns="0" bIns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3000"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</a:defRPr>
                </a:pPr>
                <a:endParaRPr kumimoji="0" sz="3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uLnTx/>
                  <a:uFillTx/>
                  <a:latin typeface="Montserrat"/>
                  <a:ea typeface="+mn-ea"/>
                  <a:cs typeface="+mn-cs"/>
                </a:endParaRPr>
              </a:p>
            </p:txBody>
          </p:sp>
          <p:sp>
            <p:nvSpPr>
              <p:cNvPr id="25" name="Shape 26"/>
              <p:cNvSpPr/>
              <p:nvPr/>
            </p:nvSpPr>
            <p:spPr>
              <a:xfrm>
                <a:off x="3419490" y="5145677"/>
                <a:ext cx="740427" cy="27166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0683" y="12060"/>
                    </a:moveTo>
                    <a:lnTo>
                      <a:pt x="20683" y="0"/>
                    </a:lnTo>
                    <a:lnTo>
                      <a:pt x="0" y="0"/>
                    </a:lnTo>
                    <a:lnTo>
                      <a:pt x="0" y="9899"/>
                    </a:lnTo>
                    <a:lnTo>
                      <a:pt x="21600" y="21600"/>
                    </a:lnTo>
                    <a:cubicBezTo>
                      <a:pt x="21064" y="19415"/>
                      <a:pt x="20683" y="16365"/>
                      <a:pt x="20683" y="12060"/>
                    </a:cubicBezTo>
                    <a:close/>
                  </a:path>
                </a:pathLst>
              </a:custGeom>
              <a:solidFill>
                <a:schemeClr val="bg2">
                  <a:alpha val="20000"/>
                </a:schemeClr>
              </a:solidFill>
              <a:ln w="12700">
                <a:miter lim="400000"/>
              </a:ln>
            </p:spPr>
            <p:txBody>
              <a:bodyPr lIns="0" tIns="0" rIns="0" bIns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3000"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</a:defRPr>
                </a:pPr>
                <a:endParaRPr kumimoji="0" sz="3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uLnTx/>
                  <a:uFillTx/>
                  <a:latin typeface="Montserrat"/>
                  <a:ea typeface="+mn-ea"/>
                  <a:cs typeface="+mn-cs"/>
                </a:endParaRPr>
              </a:p>
            </p:txBody>
          </p:sp>
          <p:sp>
            <p:nvSpPr>
              <p:cNvPr id="26" name="Shape 27"/>
              <p:cNvSpPr/>
              <p:nvPr/>
            </p:nvSpPr>
            <p:spPr>
              <a:xfrm>
                <a:off x="2371305" y="3197018"/>
                <a:ext cx="2795331" cy="177146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21600"/>
                    </a:moveTo>
                    <a:lnTo>
                      <a:pt x="0" y="1189"/>
                    </a:lnTo>
                    <a:cubicBezTo>
                      <a:pt x="0" y="535"/>
                      <a:pt x="339" y="0"/>
                      <a:pt x="753" y="0"/>
                    </a:cubicBezTo>
                    <a:lnTo>
                      <a:pt x="20847" y="0"/>
                    </a:lnTo>
                    <a:cubicBezTo>
                      <a:pt x="21261" y="0"/>
                      <a:pt x="21600" y="535"/>
                      <a:pt x="21600" y="1189"/>
                    </a:cubicBezTo>
                    <a:lnTo>
                      <a:pt x="21600" y="21600"/>
                    </a:lnTo>
                  </a:path>
                </a:pathLst>
              </a:custGeom>
              <a:gradFill>
                <a:gsLst>
                  <a:gs pos="100000">
                    <a:srgbClr val="010101"/>
                  </a:gs>
                  <a:gs pos="0">
                    <a:schemeClr val="bg2">
                      <a:lumMod val="75000"/>
                    </a:schemeClr>
                  </a:gs>
                  <a:gs pos="54000">
                    <a:schemeClr val="bg2">
                      <a:lumMod val="50000"/>
                    </a:schemeClr>
                  </a:gs>
                </a:gsLst>
                <a:lin ang="3000000" scaled="0"/>
              </a:gradFill>
              <a:ln w="12700">
                <a:miter lim="400000"/>
              </a:ln>
            </p:spPr>
            <p:txBody>
              <a:bodyPr lIns="0" tIns="0" rIns="0" bIns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3000"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</a:defRPr>
                </a:pPr>
                <a:endParaRPr kumimoji="0" sz="3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uLnTx/>
                  <a:uFillTx/>
                  <a:latin typeface="Montserrat"/>
                  <a:ea typeface="+mn-ea"/>
                  <a:cs typeface="+mn-cs"/>
                </a:endParaRPr>
              </a:p>
            </p:txBody>
          </p:sp>
          <p:sp>
            <p:nvSpPr>
              <p:cNvPr id="27" name="Shape 28"/>
              <p:cNvSpPr/>
              <p:nvPr/>
            </p:nvSpPr>
            <p:spPr>
              <a:xfrm>
                <a:off x="2371305" y="4966718"/>
                <a:ext cx="2795331" cy="27790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0"/>
                    </a:moveTo>
                    <a:lnTo>
                      <a:pt x="0" y="14021"/>
                    </a:lnTo>
                    <a:cubicBezTo>
                      <a:pt x="0" y="18190"/>
                      <a:pt x="339" y="21600"/>
                      <a:pt x="753" y="21600"/>
                    </a:cubicBezTo>
                    <a:lnTo>
                      <a:pt x="20847" y="21600"/>
                    </a:lnTo>
                    <a:cubicBezTo>
                      <a:pt x="21261" y="21600"/>
                      <a:pt x="21600" y="18190"/>
                      <a:pt x="21600" y="14021"/>
                    </a:cubicBezTo>
                    <a:lnTo>
                      <a:pt x="21600" y="0"/>
                    </a:lnTo>
                    <a:cubicBezTo>
                      <a:pt x="21600" y="0"/>
                      <a:pt x="0" y="0"/>
                      <a:pt x="0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FEFEFE"/>
                  </a:gs>
                  <a:gs pos="100000">
                    <a:schemeClr val="bg2">
                      <a:lumMod val="20000"/>
                      <a:lumOff val="80000"/>
                    </a:schemeClr>
                  </a:gs>
                </a:gsLst>
                <a:lin ang="3000000" scaled="0"/>
              </a:gradFill>
              <a:ln w="12700">
                <a:miter lim="400000"/>
              </a:ln>
            </p:spPr>
            <p:txBody>
              <a:bodyPr lIns="0" tIns="0" rIns="0" bIns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3000"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</a:defRPr>
                </a:pPr>
                <a:endParaRPr kumimoji="0" sz="3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uLnTx/>
                  <a:uFillTx/>
                  <a:latin typeface="Montserrat"/>
                  <a:ea typeface="+mn-ea"/>
                  <a:cs typeface="+mn-cs"/>
                </a:endParaRPr>
              </a:p>
            </p:txBody>
          </p:sp>
          <p:sp>
            <p:nvSpPr>
              <p:cNvPr id="28" name="Shape 29"/>
              <p:cNvSpPr/>
              <p:nvPr/>
            </p:nvSpPr>
            <p:spPr>
              <a:xfrm>
                <a:off x="2501973" y="3324845"/>
                <a:ext cx="2535301" cy="1511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21600"/>
                    </a:moveTo>
                    <a:lnTo>
                      <a:pt x="0" y="21600"/>
                    </a:lnTo>
                    <a:lnTo>
                      <a:pt x="0" y="0"/>
                    </a:lnTo>
                    <a:lnTo>
                      <a:pt x="21600" y="0"/>
                    </a:lnTo>
                    <a:cubicBezTo>
                      <a:pt x="21600" y="0"/>
                      <a:pt x="21600" y="21600"/>
                      <a:pt x="21600" y="21600"/>
                    </a:cubicBezTo>
                    <a:close/>
                  </a:path>
                </a:pathLst>
              </a:custGeom>
              <a:solidFill>
                <a:schemeClr val="tx2">
                  <a:lumMod val="20000"/>
                  <a:lumOff val="80000"/>
                </a:schemeClr>
              </a:solidFill>
              <a:ln w="12700">
                <a:miter lim="400000"/>
              </a:ln>
            </p:spPr>
            <p:txBody>
              <a:bodyPr lIns="0" tIns="0" rIns="0" bIns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3000"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</a:defRPr>
                </a:pPr>
                <a:endParaRPr kumimoji="0" sz="3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uLnTx/>
                  <a:uFillTx/>
                  <a:latin typeface="Montserrat"/>
                  <a:ea typeface="+mn-ea"/>
                  <a:cs typeface="+mn-cs"/>
                </a:endParaRPr>
              </a:p>
            </p:txBody>
          </p:sp>
          <p:sp>
            <p:nvSpPr>
              <p:cNvPr id="29" name="Shape 30"/>
              <p:cNvSpPr/>
              <p:nvPr/>
            </p:nvSpPr>
            <p:spPr>
              <a:xfrm>
                <a:off x="2501973" y="3324845"/>
                <a:ext cx="2535301" cy="9751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21600"/>
                    </a:moveTo>
                    <a:lnTo>
                      <a:pt x="0" y="21600"/>
                    </a:lnTo>
                    <a:lnTo>
                      <a:pt x="0" y="0"/>
                    </a:lnTo>
                    <a:lnTo>
                      <a:pt x="21600" y="0"/>
                    </a:lnTo>
                    <a:cubicBezTo>
                      <a:pt x="21600" y="0"/>
                      <a:pt x="21600" y="21600"/>
                      <a:pt x="21600" y="21600"/>
                    </a:cubicBezTo>
                    <a:close/>
                  </a:path>
                </a:pathLst>
              </a:custGeom>
              <a:solidFill>
                <a:srgbClr val="FEFEFE"/>
              </a:solidFill>
              <a:ln w="12700">
                <a:miter lim="400000"/>
              </a:ln>
            </p:spPr>
            <p:txBody>
              <a:bodyPr lIns="0" tIns="0" rIns="0" bIns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3000"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</a:defRPr>
                </a:pPr>
                <a:endParaRPr kumimoji="0" sz="3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uLnTx/>
                  <a:uFillTx/>
                  <a:latin typeface="Montserrat"/>
                  <a:ea typeface="+mn-ea"/>
                  <a:cs typeface="+mn-cs"/>
                </a:endParaRPr>
              </a:p>
            </p:txBody>
          </p:sp>
          <p:sp>
            <p:nvSpPr>
              <p:cNvPr id="48" name="Freeform 47"/>
              <p:cNvSpPr/>
              <p:nvPr/>
            </p:nvSpPr>
            <p:spPr>
              <a:xfrm>
                <a:off x="2555943" y="3370295"/>
                <a:ext cx="2423486" cy="15240"/>
              </a:xfrm>
              <a:custGeom>
                <a:avLst/>
                <a:gdLst>
                  <a:gd name="connsiteX0" fmla="*/ 2224198 w 2423486"/>
                  <a:gd name="connsiteY0" fmla="*/ 0 h 15240"/>
                  <a:gd name="connsiteX1" fmla="*/ 2423486 w 2423486"/>
                  <a:gd name="connsiteY1" fmla="*/ 0 h 15240"/>
                  <a:gd name="connsiteX2" fmla="*/ 2423486 w 2423486"/>
                  <a:gd name="connsiteY2" fmla="*/ 15240 h 15240"/>
                  <a:gd name="connsiteX3" fmla="*/ 2224198 w 2423486"/>
                  <a:gd name="connsiteY3" fmla="*/ 15240 h 15240"/>
                  <a:gd name="connsiteX4" fmla="*/ 2110574 w 2423486"/>
                  <a:gd name="connsiteY4" fmla="*/ 0 h 15240"/>
                  <a:gd name="connsiteX5" fmla="*/ 2190279 w 2423486"/>
                  <a:gd name="connsiteY5" fmla="*/ 0 h 15240"/>
                  <a:gd name="connsiteX6" fmla="*/ 2190279 w 2423486"/>
                  <a:gd name="connsiteY6" fmla="*/ 15240 h 15240"/>
                  <a:gd name="connsiteX7" fmla="*/ 2110574 w 2423486"/>
                  <a:gd name="connsiteY7" fmla="*/ 15240 h 15240"/>
                  <a:gd name="connsiteX8" fmla="*/ 2016834 w 2423486"/>
                  <a:gd name="connsiteY8" fmla="*/ 0 h 15240"/>
                  <a:gd name="connsiteX9" fmla="*/ 2096539 w 2423486"/>
                  <a:gd name="connsiteY9" fmla="*/ 0 h 15240"/>
                  <a:gd name="connsiteX10" fmla="*/ 2096539 w 2423486"/>
                  <a:gd name="connsiteY10" fmla="*/ 15240 h 15240"/>
                  <a:gd name="connsiteX11" fmla="*/ 2016834 w 2423486"/>
                  <a:gd name="connsiteY11" fmla="*/ 15240 h 15240"/>
                  <a:gd name="connsiteX12" fmla="*/ 1550974 w 2423486"/>
                  <a:gd name="connsiteY12" fmla="*/ 0 h 15240"/>
                  <a:gd name="connsiteX13" fmla="*/ 2003387 w 2423486"/>
                  <a:gd name="connsiteY13" fmla="*/ 0 h 15240"/>
                  <a:gd name="connsiteX14" fmla="*/ 2003387 w 2423486"/>
                  <a:gd name="connsiteY14" fmla="*/ 15240 h 15240"/>
                  <a:gd name="connsiteX15" fmla="*/ 1550974 w 2423486"/>
                  <a:gd name="connsiteY15" fmla="*/ 15240 h 15240"/>
                  <a:gd name="connsiteX16" fmla="*/ 127828 w 2423486"/>
                  <a:gd name="connsiteY16" fmla="*/ 0 h 15240"/>
                  <a:gd name="connsiteX17" fmla="*/ 580242 w 2423486"/>
                  <a:gd name="connsiteY17" fmla="*/ 0 h 15240"/>
                  <a:gd name="connsiteX18" fmla="*/ 580242 w 2423486"/>
                  <a:gd name="connsiteY18" fmla="*/ 15240 h 15240"/>
                  <a:gd name="connsiteX19" fmla="*/ 127828 w 2423486"/>
                  <a:gd name="connsiteY19" fmla="*/ 15240 h 15240"/>
                  <a:gd name="connsiteX20" fmla="*/ 0 w 2423486"/>
                  <a:gd name="connsiteY20" fmla="*/ 0 h 15240"/>
                  <a:gd name="connsiteX21" fmla="*/ 105623 w 2423486"/>
                  <a:gd name="connsiteY21" fmla="*/ 0 h 15240"/>
                  <a:gd name="connsiteX22" fmla="*/ 105623 w 2423486"/>
                  <a:gd name="connsiteY22" fmla="*/ 15240 h 15240"/>
                  <a:gd name="connsiteX23" fmla="*/ 0 w 2423486"/>
                  <a:gd name="connsiteY23" fmla="*/ 15240 h 15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423486" h="15240">
                    <a:moveTo>
                      <a:pt x="2224198" y="0"/>
                    </a:moveTo>
                    <a:lnTo>
                      <a:pt x="2423486" y="0"/>
                    </a:lnTo>
                    <a:cubicBezTo>
                      <a:pt x="2423486" y="0"/>
                      <a:pt x="2423486" y="15240"/>
                      <a:pt x="2423486" y="15240"/>
                    </a:cubicBezTo>
                    <a:lnTo>
                      <a:pt x="2224198" y="15240"/>
                    </a:lnTo>
                    <a:close/>
                    <a:moveTo>
                      <a:pt x="2110574" y="0"/>
                    </a:moveTo>
                    <a:lnTo>
                      <a:pt x="2190279" y="0"/>
                    </a:lnTo>
                    <a:cubicBezTo>
                      <a:pt x="2190279" y="0"/>
                      <a:pt x="2190279" y="15240"/>
                      <a:pt x="2190279" y="15240"/>
                    </a:cubicBezTo>
                    <a:lnTo>
                      <a:pt x="2110574" y="15240"/>
                    </a:lnTo>
                    <a:close/>
                    <a:moveTo>
                      <a:pt x="2016834" y="0"/>
                    </a:moveTo>
                    <a:lnTo>
                      <a:pt x="2096539" y="0"/>
                    </a:lnTo>
                    <a:cubicBezTo>
                      <a:pt x="2096539" y="0"/>
                      <a:pt x="2096539" y="15240"/>
                      <a:pt x="2096539" y="15240"/>
                    </a:cubicBezTo>
                    <a:lnTo>
                      <a:pt x="2016834" y="15240"/>
                    </a:lnTo>
                    <a:close/>
                    <a:moveTo>
                      <a:pt x="1550974" y="0"/>
                    </a:moveTo>
                    <a:lnTo>
                      <a:pt x="2003387" y="0"/>
                    </a:lnTo>
                    <a:cubicBezTo>
                      <a:pt x="2003387" y="0"/>
                      <a:pt x="2003387" y="15240"/>
                      <a:pt x="2003387" y="15240"/>
                    </a:cubicBezTo>
                    <a:lnTo>
                      <a:pt x="1550974" y="15240"/>
                    </a:lnTo>
                    <a:close/>
                    <a:moveTo>
                      <a:pt x="127828" y="0"/>
                    </a:moveTo>
                    <a:lnTo>
                      <a:pt x="580242" y="0"/>
                    </a:lnTo>
                    <a:cubicBezTo>
                      <a:pt x="580242" y="0"/>
                      <a:pt x="580242" y="15240"/>
                      <a:pt x="580242" y="15240"/>
                    </a:cubicBezTo>
                    <a:lnTo>
                      <a:pt x="127828" y="15240"/>
                    </a:lnTo>
                    <a:close/>
                    <a:moveTo>
                      <a:pt x="0" y="0"/>
                    </a:moveTo>
                    <a:lnTo>
                      <a:pt x="105623" y="0"/>
                    </a:lnTo>
                    <a:cubicBezTo>
                      <a:pt x="105623" y="0"/>
                      <a:pt x="105623" y="15240"/>
                      <a:pt x="105623" y="15240"/>
                    </a:cubicBezTo>
                    <a:lnTo>
                      <a:pt x="0" y="15240"/>
                    </a:lnTo>
                    <a:close/>
                  </a:path>
                </a:pathLst>
              </a:custGeom>
              <a:solidFill>
                <a:schemeClr val="tx2">
                  <a:lumMod val="40000"/>
                  <a:lumOff val="60000"/>
                </a:schemeClr>
              </a:solidFill>
              <a:ln w="12700">
                <a:miter lim="400000"/>
              </a:ln>
            </p:spPr>
            <p:txBody>
              <a:bodyPr wrap="square" lIns="0" tIns="0" rIns="0" bIns="0" anchor="ctr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3000"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</a:defRPr>
                </a:pPr>
                <a:endParaRPr kumimoji="0" sz="3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uLnTx/>
                  <a:uFillTx/>
                  <a:latin typeface="Montserrat"/>
                  <a:ea typeface="+mn-ea"/>
                  <a:cs typeface="+mn-cs"/>
                </a:endParaRPr>
              </a:p>
            </p:txBody>
          </p:sp>
        </p:grp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2AAE2CF1-E707-4BE3-9053-4FA3C44427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91478" y="2480181"/>
              <a:ext cx="3505563" cy="1860724"/>
            </a:xfrm>
            <a:prstGeom prst="rect">
              <a:avLst/>
            </a:prstGeom>
          </p:spPr>
        </p:pic>
        <p:grpSp>
          <p:nvGrpSpPr>
            <p:cNvPr id="50" name="Group 49"/>
            <p:cNvGrpSpPr/>
            <p:nvPr/>
          </p:nvGrpSpPr>
          <p:grpSpPr>
            <a:xfrm>
              <a:off x="6935410" y="3483006"/>
              <a:ext cx="1483261" cy="1885185"/>
              <a:chOff x="5018754" y="5577449"/>
              <a:chExt cx="1067359" cy="1356585"/>
            </a:xfrm>
            <a:effectLst>
              <a:outerShdw blurRad="50800" dist="165100" dir="12240000" algn="r" rotWithShape="0">
                <a:prstClr val="black">
                  <a:alpha val="15000"/>
                </a:prstClr>
              </a:outerShdw>
            </a:effectLst>
          </p:grpSpPr>
          <p:sp>
            <p:nvSpPr>
              <p:cNvPr id="36" name="Shape 37"/>
              <p:cNvSpPr/>
              <p:nvPr/>
            </p:nvSpPr>
            <p:spPr>
              <a:xfrm>
                <a:off x="5018754" y="5577449"/>
                <a:ext cx="1067359" cy="135658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692" y="21600"/>
                    </a:moveTo>
                    <a:cubicBezTo>
                      <a:pt x="761" y="21600"/>
                      <a:pt x="0" y="21001"/>
                      <a:pt x="0" y="20269"/>
                    </a:cubicBezTo>
                    <a:lnTo>
                      <a:pt x="0" y="1331"/>
                    </a:lnTo>
                    <a:cubicBezTo>
                      <a:pt x="0" y="599"/>
                      <a:pt x="761" y="0"/>
                      <a:pt x="1692" y="0"/>
                    </a:cubicBezTo>
                    <a:lnTo>
                      <a:pt x="19908" y="0"/>
                    </a:lnTo>
                    <a:cubicBezTo>
                      <a:pt x="20839" y="0"/>
                      <a:pt x="21600" y="599"/>
                      <a:pt x="21600" y="1331"/>
                    </a:cubicBezTo>
                    <a:lnTo>
                      <a:pt x="21600" y="20269"/>
                    </a:lnTo>
                    <a:cubicBezTo>
                      <a:pt x="21600" y="21001"/>
                      <a:pt x="20839" y="21600"/>
                      <a:pt x="19908" y="21600"/>
                    </a:cubicBezTo>
                    <a:cubicBezTo>
                      <a:pt x="19908" y="21600"/>
                      <a:pt x="1692" y="21600"/>
                      <a:pt x="1692" y="21600"/>
                    </a:cubicBezTo>
                    <a:close/>
                  </a:path>
                </a:pathLst>
              </a:custGeom>
              <a:gradFill>
                <a:gsLst>
                  <a:gs pos="8000">
                    <a:schemeClr val="bg2">
                      <a:lumMod val="75000"/>
                    </a:schemeClr>
                  </a:gs>
                  <a:gs pos="58000">
                    <a:srgbClr val="010101"/>
                  </a:gs>
                </a:gsLst>
                <a:lin ang="13800000" scaled="0"/>
              </a:gradFill>
              <a:ln w="12700">
                <a:miter lim="400000"/>
              </a:ln>
            </p:spPr>
            <p:txBody>
              <a:bodyPr lIns="0" tIns="0" rIns="0" bIns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3000"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</a:defRPr>
                </a:pPr>
                <a:endParaRPr kumimoji="0" sz="3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uLnTx/>
                  <a:uFillTx/>
                  <a:latin typeface="Montserrat"/>
                  <a:ea typeface="+mn-ea"/>
                  <a:cs typeface="+mn-cs"/>
                </a:endParaRPr>
              </a:p>
            </p:txBody>
          </p:sp>
          <p:sp>
            <p:nvSpPr>
              <p:cNvPr id="37" name="Shape 38"/>
              <p:cNvSpPr/>
              <p:nvPr/>
            </p:nvSpPr>
            <p:spPr>
              <a:xfrm>
                <a:off x="5143741" y="5702436"/>
                <a:ext cx="819432" cy="11086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21600"/>
                    </a:moveTo>
                    <a:lnTo>
                      <a:pt x="0" y="0"/>
                    </a:lnTo>
                    <a:lnTo>
                      <a:pt x="21600" y="0"/>
                    </a:lnTo>
                    <a:lnTo>
                      <a:pt x="21600" y="21600"/>
                    </a:lnTo>
                    <a:cubicBezTo>
                      <a:pt x="21600" y="21600"/>
                      <a:pt x="0" y="21600"/>
                      <a:pt x="0" y="2160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2700">
                <a:miter lim="400000"/>
              </a:ln>
            </p:spPr>
            <p:txBody>
              <a:bodyPr lIns="0" tIns="0" rIns="0" bIns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3000"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</a:defRPr>
                </a:pPr>
                <a:endParaRPr kumimoji="0" sz="3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uLnTx/>
                  <a:uFillTx/>
                  <a:latin typeface="Montserrat"/>
                  <a:ea typeface="+mn-ea"/>
                  <a:cs typeface="+mn-cs"/>
                </a:endParaRPr>
              </a:p>
            </p:txBody>
          </p:sp>
          <p:sp>
            <p:nvSpPr>
              <p:cNvPr id="38" name="Shape 39"/>
              <p:cNvSpPr/>
              <p:nvPr/>
            </p:nvSpPr>
            <p:spPr>
              <a:xfrm>
                <a:off x="5027276" y="5588812"/>
                <a:ext cx="1047317" cy="97072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10827"/>
                    </a:moveTo>
                    <a:lnTo>
                      <a:pt x="21600" y="1637"/>
                    </a:lnTo>
                    <a:cubicBezTo>
                      <a:pt x="21600" y="734"/>
                      <a:pt x="20919" y="0"/>
                      <a:pt x="20083" y="0"/>
                    </a:cubicBezTo>
                    <a:lnTo>
                      <a:pt x="1517" y="0"/>
                    </a:lnTo>
                    <a:cubicBezTo>
                      <a:pt x="681" y="0"/>
                      <a:pt x="0" y="734"/>
                      <a:pt x="0" y="1637"/>
                    </a:cubicBezTo>
                    <a:lnTo>
                      <a:pt x="0" y="21142"/>
                    </a:lnTo>
                    <a:cubicBezTo>
                      <a:pt x="1337" y="21441"/>
                      <a:pt x="2721" y="21600"/>
                      <a:pt x="4141" y="21600"/>
                    </a:cubicBezTo>
                    <a:cubicBezTo>
                      <a:pt x="11578" y="21600"/>
                      <a:pt x="18076" y="17273"/>
                      <a:pt x="21600" y="10827"/>
                    </a:cubicBezTo>
                    <a:close/>
                  </a:path>
                </a:pathLst>
              </a:custGeom>
              <a:solidFill>
                <a:srgbClr val="FEFEFE">
                  <a:alpha val="25000"/>
                </a:srgbClr>
              </a:solidFill>
              <a:ln w="12700">
                <a:miter lim="400000"/>
              </a:ln>
            </p:spPr>
            <p:txBody>
              <a:bodyPr lIns="0" tIns="0" rIns="0" bIns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3000"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</a:defRPr>
                </a:pPr>
                <a:endParaRPr kumimoji="0" sz="3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uLnTx/>
                  <a:uFillTx/>
                  <a:latin typeface="Montserrat"/>
                  <a:ea typeface="+mn-ea"/>
                  <a:cs typeface="+mn-cs"/>
                </a:endParaRPr>
              </a:p>
            </p:txBody>
          </p:sp>
          <p:sp>
            <p:nvSpPr>
              <p:cNvPr id="39" name="Shape 40"/>
              <p:cNvSpPr/>
              <p:nvPr/>
            </p:nvSpPr>
            <p:spPr>
              <a:xfrm>
                <a:off x="5541426" y="6847202"/>
                <a:ext cx="47751" cy="477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0"/>
                    </a:moveTo>
                    <a:cubicBezTo>
                      <a:pt x="4835" y="0"/>
                      <a:pt x="0" y="4835"/>
                      <a:pt x="0" y="10800"/>
                    </a:cubicBezTo>
                    <a:cubicBezTo>
                      <a:pt x="0" y="16765"/>
                      <a:pt x="4835" y="21600"/>
                      <a:pt x="10800" y="21600"/>
                    </a:cubicBezTo>
                    <a:cubicBezTo>
                      <a:pt x="16765" y="21600"/>
                      <a:pt x="21600" y="16765"/>
                      <a:pt x="21600" y="10800"/>
                    </a:cubicBezTo>
                    <a:cubicBezTo>
                      <a:pt x="21600" y="4835"/>
                      <a:pt x="16765" y="0"/>
                      <a:pt x="10800" y="0"/>
                    </a:cubicBezTo>
                    <a:close/>
                  </a:path>
                </a:pathLst>
              </a:custGeom>
              <a:solidFill>
                <a:srgbClr val="FEFEFE">
                  <a:alpha val="30000"/>
                </a:srgbClr>
              </a:solidFill>
              <a:ln w="12700">
                <a:miter lim="400000"/>
              </a:ln>
            </p:spPr>
            <p:txBody>
              <a:bodyPr lIns="0" tIns="0" rIns="0" bIns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3000"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</a:defRPr>
                </a:pPr>
                <a:endParaRPr kumimoji="0" sz="3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  <a:uLnTx/>
                  <a:uFillTx/>
                  <a:latin typeface="Montserrat"/>
                  <a:ea typeface="+mn-ea"/>
                  <a:cs typeface="+mn-cs"/>
                </a:endParaRPr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77ACB25-B38C-4BCD-ACF6-5990720114C4}"/>
                </a:ext>
              </a:extLst>
            </p:cNvPr>
            <p:cNvGrpSpPr/>
            <p:nvPr/>
          </p:nvGrpSpPr>
          <p:grpSpPr>
            <a:xfrm>
              <a:off x="7108616" y="3659109"/>
              <a:ext cx="1147046" cy="1558582"/>
              <a:chOff x="7139257" y="5216446"/>
              <a:chExt cx="1147046" cy="1534105"/>
            </a:xfrm>
          </p:grpSpPr>
          <p:pic>
            <p:nvPicPr>
              <p:cNvPr id="99" name="Picture 98">
                <a:extLst>
                  <a:ext uri="{FF2B5EF4-FFF2-40B4-BE49-F238E27FC236}">
                    <a16:creationId xmlns:a16="http://schemas.microsoft.com/office/drawing/2014/main" id="{DEE68B74-D14B-40DC-8593-A891CF1EC9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39437" y="5216446"/>
                <a:ext cx="1146866" cy="1262159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5A65994C-AC83-494D-8EE6-799A923A868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t="83109"/>
              <a:stretch/>
            </p:blipFill>
            <p:spPr>
              <a:xfrm>
                <a:off x="7139257" y="6461171"/>
                <a:ext cx="1146866" cy="289380"/>
              </a:xfrm>
              <a:prstGeom prst="rect">
                <a:avLst/>
              </a:prstGeom>
            </p:spPr>
          </p:pic>
        </p:grpSp>
        <p:grpSp>
          <p:nvGrpSpPr>
            <p:cNvPr id="32" name="Group 31"/>
            <p:cNvGrpSpPr/>
            <p:nvPr/>
          </p:nvGrpSpPr>
          <p:grpSpPr>
            <a:xfrm>
              <a:off x="6449055" y="4079160"/>
              <a:ext cx="765858" cy="1405224"/>
              <a:chOff x="6474933" y="5636497"/>
              <a:chExt cx="765858" cy="1405224"/>
            </a:xfrm>
          </p:grpSpPr>
          <p:grpSp>
            <p:nvGrpSpPr>
              <p:cNvPr id="53" name="Group 52"/>
              <p:cNvGrpSpPr/>
              <p:nvPr/>
            </p:nvGrpSpPr>
            <p:grpSpPr>
              <a:xfrm>
                <a:off x="6474933" y="5636497"/>
                <a:ext cx="765858" cy="1405224"/>
                <a:chOff x="4081352" y="5943888"/>
                <a:chExt cx="551114" cy="1011204"/>
              </a:xfrm>
              <a:effectLst>
                <a:outerShdw blurRad="88900" dist="165100" dir="18960000" algn="r" rotWithShape="0">
                  <a:prstClr val="black">
                    <a:alpha val="25000"/>
                  </a:prstClr>
                </a:outerShdw>
              </a:effectLst>
            </p:grpSpPr>
            <p:sp>
              <p:nvSpPr>
                <p:cNvPr id="40" name="Shape 41"/>
                <p:cNvSpPr/>
                <p:nvPr/>
              </p:nvSpPr>
              <p:spPr>
                <a:xfrm>
                  <a:off x="4081352" y="5943888"/>
                  <a:ext cx="551114" cy="101120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404" y="3215"/>
                      </a:moveTo>
                      <a:lnTo>
                        <a:pt x="21404" y="955"/>
                      </a:lnTo>
                      <a:cubicBezTo>
                        <a:pt x="21404" y="427"/>
                        <a:pt x="20620" y="0"/>
                        <a:pt x="19652" y="0"/>
                      </a:cubicBezTo>
                      <a:lnTo>
                        <a:pt x="2025" y="0"/>
                      </a:lnTo>
                      <a:cubicBezTo>
                        <a:pt x="1058" y="0"/>
                        <a:pt x="273" y="427"/>
                        <a:pt x="273" y="955"/>
                      </a:cubicBezTo>
                      <a:lnTo>
                        <a:pt x="273" y="3212"/>
                      </a:lnTo>
                      <a:lnTo>
                        <a:pt x="257" y="3212"/>
                      </a:lnTo>
                      <a:cubicBezTo>
                        <a:pt x="115" y="3212"/>
                        <a:pt x="0" y="3300"/>
                        <a:pt x="0" y="3408"/>
                      </a:cubicBezTo>
                      <a:lnTo>
                        <a:pt x="0" y="4153"/>
                      </a:lnTo>
                      <a:cubicBezTo>
                        <a:pt x="0" y="4261"/>
                        <a:pt x="115" y="4349"/>
                        <a:pt x="257" y="4349"/>
                      </a:cubicBezTo>
                      <a:lnTo>
                        <a:pt x="273" y="4349"/>
                      </a:lnTo>
                      <a:lnTo>
                        <a:pt x="273" y="4613"/>
                      </a:lnTo>
                      <a:lnTo>
                        <a:pt x="257" y="4613"/>
                      </a:lnTo>
                      <a:cubicBezTo>
                        <a:pt x="115" y="4613"/>
                        <a:pt x="0" y="4701"/>
                        <a:pt x="0" y="4809"/>
                      </a:cubicBezTo>
                      <a:lnTo>
                        <a:pt x="0" y="5553"/>
                      </a:lnTo>
                      <a:cubicBezTo>
                        <a:pt x="0" y="5662"/>
                        <a:pt x="115" y="5749"/>
                        <a:pt x="257" y="5749"/>
                      </a:cubicBezTo>
                      <a:lnTo>
                        <a:pt x="273" y="5749"/>
                      </a:lnTo>
                      <a:lnTo>
                        <a:pt x="273" y="20645"/>
                      </a:lnTo>
                      <a:cubicBezTo>
                        <a:pt x="273" y="21173"/>
                        <a:pt x="1058" y="21600"/>
                        <a:pt x="2025" y="21600"/>
                      </a:cubicBezTo>
                      <a:lnTo>
                        <a:pt x="19652" y="21600"/>
                      </a:lnTo>
                      <a:cubicBezTo>
                        <a:pt x="20620" y="21600"/>
                        <a:pt x="21404" y="21173"/>
                        <a:pt x="21404" y="20645"/>
                      </a:cubicBezTo>
                      <a:lnTo>
                        <a:pt x="21404" y="5264"/>
                      </a:lnTo>
                      <a:cubicBezTo>
                        <a:pt x="21514" y="5252"/>
                        <a:pt x="21600" y="5171"/>
                        <a:pt x="21600" y="5071"/>
                      </a:cubicBezTo>
                      <a:lnTo>
                        <a:pt x="21600" y="3408"/>
                      </a:lnTo>
                      <a:cubicBezTo>
                        <a:pt x="21600" y="3308"/>
                        <a:pt x="21514" y="3227"/>
                        <a:pt x="21404" y="3215"/>
                      </a:cubicBezTo>
                      <a:close/>
                    </a:path>
                  </a:pathLst>
                </a:custGeom>
                <a:gradFill>
                  <a:gsLst>
                    <a:gs pos="8000">
                      <a:schemeClr val="bg2">
                        <a:lumMod val="75000"/>
                      </a:schemeClr>
                    </a:gs>
                    <a:gs pos="58000">
                      <a:srgbClr val="010101"/>
                    </a:gs>
                  </a:gsLst>
                  <a:lin ang="13800000" scaled="0"/>
                </a:gradFill>
                <a:ln w="12700">
                  <a:miter lim="400000"/>
                </a:ln>
              </p:spPr>
              <p:txBody>
                <a:bodyPr lIns="0" tIns="0" rIns="0" bIns="0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3000">
                      <a:solidFill>
                        <a:srgbClr val="FFFFFF"/>
                      </a:solidFill>
                      <a:effectLst>
                        <a:outerShdw blurRad="38100" dist="12700" dir="5400000" rotWithShape="0">
                          <a:srgbClr val="000000">
                            <a:alpha val="50000"/>
                          </a:srgbClr>
                        </a:outerShdw>
                      </a:effectLst>
                    </a:defRPr>
                  </a:pPr>
                  <a:endParaRPr kumimoji="0" sz="30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  <a:uLnTx/>
                    <a:uFillTx/>
                    <a:latin typeface="Montserrat"/>
                    <a:ea typeface="+mn-ea"/>
                    <a:cs typeface="+mn-cs"/>
                  </a:endParaRPr>
                </a:p>
              </p:txBody>
            </p:sp>
            <p:sp>
              <p:nvSpPr>
                <p:cNvPr id="41" name="Shape 42"/>
                <p:cNvSpPr/>
                <p:nvPr/>
              </p:nvSpPr>
              <p:spPr>
                <a:xfrm>
                  <a:off x="4106918" y="6088759"/>
                  <a:ext cx="501192" cy="72277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21600" y="0"/>
                      </a:lnTo>
                      <a:cubicBezTo>
                        <a:pt x="21600" y="0"/>
                        <a:pt x="21600" y="21600"/>
                        <a:pt x="21600" y="21600"/>
                      </a:cubicBezTo>
                      <a:close/>
                    </a:path>
                  </a:pathLst>
                </a:custGeom>
                <a:solidFill>
                  <a:srgbClr val="FEFEFE"/>
                </a:solidFill>
                <a:ln w="12700">
                  <a:miter lim="400000"/>
                </a:ln>
              </p:spPr>
              <p:txBody>
                <a:bodyPr lIns="0" tIns="0" rIns="0" bIns="0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3000">
                      <a:solidFill>
                        <a:srgbClr val="FFFFFF"/>
                      </a:solidFill>
                      <a:effectLst>
                        <a:outerShdw blurRad="38100" dist="12700" dir="5400000" rotWithShape="0">
                          <a:srgbClr val="000000">
                            <a:alpha val="50000"/>
                          </a:srgbClr>
                        </a:outerShdw>
                      </a:effectLst>
                    </a:defRPr>
                  </a:pPr>
                  <a:endParaRPr kumimoji="0" sz="30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  <a:uLnTx/>
                    <a:uFillTx/>
                    <a:latin typeface="Montserrat"/>
                    <a:ea typeface="+mn-ea"/>
                    <a:cs typeface="+mn-cs"/>
                  </a:endParaRPr>
                </a:p>
              </p:txBody>
            </p:sp>
            <p:sp>
              <p:nvSpPr>
                <p:cNvPr id="52" name="Freeform 51"/>
                <p:cNvSpPr/>
                <p:nvPr/>
              </p:nvSpPr>
              <p:spPr>
                <a:xfrm>
                  <a:off x="4314282" y="6832999"/>
                  <a:ext cx="87841" cy="87841"/>
                </a:xfrm>
                <a:custGeom>
                  <a:avLst/>
                  <a:gdLst>
                    <a:gd name="connsiteX0" fmla="*/ 37249 w 87841"/>
                    <a:gd name="connsiteY0" fmla="*/ 25566 h 87841"/>
                    <a:gd name="connsiteX1" fmla="*/ 49176 w 87841"/>
                    <a:gd name="connsiteY1" fmla="*/ 25566 h 87841"/>
                    <a:gd name="connsiteX2" fmla="*/ 60858 w 87841"/>
                    <a:gd name="connsiteY2" fmla="*/ 37249 h 87841"/>
                    <a:gd name="connsiteX3" fmla="*/ 60858 w 87841"/>
                    <a:gd name="connsiteY3" fmla="*/ 49176 h 87841"/>
                    <a:gd name="connsiteX4" fmla="*/ 49176 w 87841"/>
                    <a:gd name="connsiteY4" fmla="*/ 60858 h 87841"/>
                    <a:gd name="connsiteX5" fmla="*/ 37249 w 87841"/>
                    <a:gd name="connsiteY5" fmla="*/ 60858 h 87841"/>
                    <a:gd name="connsiteX6" fmla="*/ 25566 w 87841"/>
                    <a:gd name="connsiteY6" fmla="*/ 49176 h 87841"/>
                    <a:gd name="connsiteX7" fmla="*/ 25566 w 87841"/>
                    <a:gd name="connsiteY7" fmla="*/ 37249 h 87841"/>
                    <a:gd name="connsiteX8" fmla="*/ 37249 w 87841"/>
                    <a:gd name="connsiteY8" fmla="*/ 25566 h 87841"/>
                    <a:gd name="connsiteX9" fmla="*/ 35897 w 87841"/>
                    <a:gd name="connsiteY9" fmla="*/ 20179 h 87841"/>
                    <a:gd name="connsiteX10" fmla="*/ 20179 w 87841"/>
                    <a:gd name="connsiteY10" fmla="*/ 35897 h 87841"/>
                    <a:gd name="connsiteX11" fmla="*/ 20179 w 87841"/>
                    <a:gd name="connsiteY11" fmla="*/ 51944 h 87841"/>
                    <a:gd name="connsiteX12" fmla="*/ 35897 w 87841"/>
                    <a:gd name="connsiteY12" fmla="*/ 67662 h 87841"/>
                    <a:gd name="connsiteX13" fmla="*/ 51944 w 87841"/>
                    <a:gd name="connsiteY13" fmla="*/ 67662 h 87841"/>
                    <a:gd name="connsiteX14" fmla="*/ 67662 w 87841"/>
                    <a:gd name="connsiteY14" fmla="*/ 51944 h 87841"/>
                    <a:gd name="connsiteX15" fmla="*/ 67662 w 87841"/>
                    <a:gd name="connsiteY15" fmla="*/ 35897 h 87841"/>
                    <a:gd name="connsiteX16" fmla="*/ 51944 w 87841"/>
                    <a:gd name="connsiteY16" fmla="*/ 20179 h 87841"/>
                    <a:gd name="connsiteX17" fmla="*/ 43921 w 87841"/>
                    <a:gd name="connsiteY17" fmla="*/ 0 h 87841"/>
                    <a:gd name="connsiteX18" fmla="*/ 87841 w 87841"/>
                    <a:gd name="connsiteY18" fmla="*/ 43921 h 87841"/>
                    <a:gd name="connsiteX19" fmla="*/ 43921 w 87841"/>
                    <a:gd name="connsiteY19" fmla="*/ 87841 h 87841"/>
                    <a:gd name="connsiteX20" fmla="*/ 0 w 87841"/>
                    <a:gd name="connsiteY20" fmla="*/ 43921 h 87841"/>
                    <a:gd name="connsiteX21" fmla="*/ 43921 w 87841"/>
                    <a:gd name="connsiteY21" fmla="*/ 0 h 8784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7841" h="87841">
                      <a:moveTo>
                        <a:pt x="37249" y="25566"/>
                      </a:moveTo>
                      <a:lnTo>
                        <a:pt x="49176" y="25566"/>
                      </a:lnTo>
                      <a:cubicBezTo>
                        <a:pt x="55628" y="25566"/>
                        <a:pt x="60858" y="30796"/>
                        <a:pt x="60858" y="37249"/>
                      </a:cubicBezTo>
                      <a:lnTo>
                        <a:pt x="60858" y="49176"/>
                      </a:lnTo>
                      <a:cubicBezTo>
                        <a:pt x="60858" y="55628"/>
                        <a:pt x="55628" y="60858"/>
                        <a:pt x="49176" y="60858"/>
                      </a:cubicBezTo>
                      <a:lnTo>
                        <a:pt x="37249" y="60858"/>
                      </a:lnTo>
                      <a:cubicBezTo>
                        <a:pt x="30796" y="60858"/>
                        <a:pt x="25566" y="55628"/>
                        <a:pt x="25566" y="49176"/>
                      </a:cubicBezTo>
                      <a:lnTo>
                        <a:pt x="25566" y="37249"/>
                      </a:lnTo>
                      <a:cubicBezTo>
                        <a:pt x="25566" y="30796"/>
                        <a:pt x="30796" y="25566"/>
                        <a:pt x="37249" y="25566"/>
                      </a:cubicBezTo>
                      <a:close/>
                      <a:moveTo>
                        <a:pt x="35897" y="20179"/>
                      </a:moveTo>
                      <a:cubicBezTo>
                        <a:pt x="27219" y="20179"/>
                        <a:pt x="20179" y="27219"/>
                        <a:pt x="20179" y="35897"/>
                      </a:cubicBezTo>
                      <a:lnTo>
                        <a:pt x="20179" y="51944"/>
                      </a:lnTo>
                      <a:cubicBezTo>
                        <a:pt x="20179" y="60623"/>
                        <a:pt x="27219" y="67662"/>
                        <a:pt x="35897" y="67662"/>
                      </a:cubicBezTo>
                      <a:lnTo>
                        <a:pt x="51944" y="67662"/>
                      </a:lnTo>
                      <a:cubicBezTo>
                        <a:pt x="60623" y="67662"/>
                        <a:pt x="67662" y="60623"/>
                        <a:pt x="67662" y="51944"/>
                      </a:cubicBezTo>
                      <a:cubicBezTo>
                        <a:pt x="67662" y="51944"/>
                        <a:pt x="67662" y="35897"/>
                        <a:pt x="67662" y="35897"/>
                      </a:cubicBezTo>
                      <a:cubicBezTo>
                        <a:pt x="67662" y="27219"/>
                        <a:pt x="60623" y="20179"/>
                        <a:pt x="51944" y="20179"/>
                      </a:cubicBezTo>
                      <a:close/>
                      <a:moveTo>
                        <a:pt x="43921" y="0"/>
                      </a:moveTo>
                      <a:cubicBezTo>
                        <a:pt x="68179" y="0"/>
                        <a:pt x="87841" y="19662"/>
                        <a:pt x="87841" y="43921"/>
                      </a:cubicBezTo>
                      <a:cubicBezTo>
                        <a:pt x="87841" y="68179"/>
                        <a:pt x="68179" y="87841"/>
                        <a:pt x="43921" y="87841"/>
                      </a:cubicBezTo>
                      <a:cubicBezTo>
                        <a:pt x="19662" y="87841"/>
                        <a:pt x="0" y="68179"/>
                        <a:pt x="0" y="43921"/>
                      </a:cubicBezTo>
                      <a:cubicBezTo>
                        <a:pt x="0" y="19662"/>
                        <a:pt x="19662" y="0"/>
                        <a:pt x="43921" y="0"/>
                      </a:cubicBezTo>
                      <a:close/>
                    </a:path>
                  </a:pathLst>
                </a:custGeom>
                <a:gradFill>
                  <a:gsLst>
                    <a:gs pos="59000">
                      <a:schemeClr val="bg2">
                        <a:lumMod val="40000"/>
                        <a:lumOff val="60000"/>
                      </a:schemeClr>
                    </a:gs>
                    <a:gs pos="35000">
                      <a:schemeClr val="bg2"/>
                    </a:gs>
                  </a:gsLst>
                  <a:lin ang="13800000" scaled="0"/>
                </a:gradFill>
                <a:ln w="12700">
                  <a:miter lim="400000"/>
                </a:ln>
              </p:spPr>
              <p:txBody>
                <a:bodyPr wrap="square" lIns="0" tIns="0" rIns="0" bIns="0" anchor="ctr"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3000">
                      <a:solidFill>
                        <a:srgbClr val="FFFFFF"/>
                      </a:solidFill>
                      <a:effectLst>
                        <a:outerShdw blurRad="38100" dist="12700" dir="5400000" rotWithShape="0">
                          <a:srgbClr val="000000">
                            <a:alpha val="50000"/>
                          </a:srgbClr>
                        </a:outerShdw>
                      </a:effectLst>
                    </a:defRPr>
                  </a:pPr>
                  <a:endParaRPr kumimoji="0" sz="30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  <a:uLnTx/>
                    <a:uFillTx/>
                    <a:latin typeface="Montserrat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Freeform 50"/>
                <p:cNvSpPr/>
                <p:nvPr/>
              </p:nvSpPr>
              <p:spPr>
                <a:xfrm>
                  <a:off x="4277354" y="5992178"/>
                  <a:ext cx="156923" cy="17036"/>
                </a:xfrm>
                <a:custGeom>
                  <a:avLst/>
                  <a:gdLst>
                    <a:gd name="connsiteX0" fmla="*/ 32852 w 156923"/>
                    <a:gd name="connsiteY0" fmla="*/ 0 h 17036"/>
                    <a:gd name="connsiteX1" fmla="*/ 149638 w 156923"/>
                    <a:gd name="connsiteY1" fmla="*/ 0 h 17036"/>
                    <a:gd name="connsiteX2" fmla="*/ 156923 w 156923"/>
                    <a:gd name="connsiteY2" fmla="*/ 7288 h 17036"/>
                    <a:gd name="connsiteX3" fmla="*/ 149638 w 156923"/>
                    <a:gd name="connsiteY3" fmla="*/ 14576 h 17036"/>
                    <a:gd name="connsiteX4" fmla="*/ 32852 w 156923"/>
                    <a:gd name="connsiteY4" fmla="*/ 14576 h 17036"/>
                    <a:gd name="connsiteX5" fmla="*/ 25566 w 156923"/>
                    <a:gd name="connsiteY5" fmla="*/ 7288 h 17036"/>
                    <a:gd name="connsiteX6" fmla="*/ 32852 w 156923"/>
                    <a:gd name="connsiteY6" fmla="*/ 0 h 17036"/>
                    <a:gd name="connsiteX7" fmla="*/ 8518 w 156923"/>
                    <a:gd name="connsiteY7" fmla="*/ 0 h 17036"/>
                    <a:gd name="connsiteX8" fmla="*/ 17036 w 156923"/>
                    <a:gd name="connsiteY8" fmla="*/ 8518 h 17036"/>
                    <a:gd name="connsiteX9" fmla="*/ 8518 w 156923"/>
                    <a:gd name="connsiteY9" fmla="*/ 17036 h 17036"/>
                    <a:gd name="connsiteX10" fmla="*/ 0 w 156923"/>
                    <a:gd name="connsiteY10" fmla="*/ 8518 h 17036"/>
                    <a:gd name="connsiteX11" fmla="*/ 8518 w 156923"/>
                    <a:gd name="connsiteY11" fmla="*/ 0 h 17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156923" h="17036">
                      <a:moveTo>
                        <a:pt x="32852" y="0"/>
                      </a:moveTo>
                      <a:lnTo>
                        <a:pt x="149638" y="0"/>
                      </a:lnTo>
                      <a:cubicBezTo>
                        <a:pt x="153658" y="0"/>
                        <a:pt x="156923" y="3263"/>
                        <a:pt x="156923" y="7288"/>
                      </a:cubicBezTo>
                      <a:cubicBezTo>
                        <a:pt x="156923" y="11314"/>
                        <a:pt x="153658" y="14576"/>
                        <a:pt x="149638" y="14576"/>
                      </a:cubicBezTo>
                      <a:lnTo>
                        <a:pt x="32852" y="14576"/>
                      </a:lnTo>
                      <a:cubicBezTo>
                        <a:pt x="28832" y="14576"/>
                        <a:pt x="25566" y="11314"/>
                        <a:pt x="25566" y="7288"/>
                      </a:cubicBezTo>
                      <a:cubicBezTo>
                        <a:pt x="25566" y="3263"/>
                        <a:pt x="28832" y="0"/>
                        <a:pt x="32852" y="0"/>
                      </a:cubicBezTo>
                      <a:close/>
                      <a:moveTo>
                        <a:pt x="8518" y="0"/>
                      </a:moveTo>
                      <a:cubicBezTo>
                        <a:pt x="13223" y="0"/>
                        <a:pt x="17036" y="3814"/>
                        <a:pt x="17036" y="8518"/>
                      </a:cubicBezTo>
                      <a:cubicBezTo>
                        <a:pt x="17036" y="13223"/>
                        <a:pt x="13223" y="17036"/>
                        <a:pt x="8518" y="17036"/>
                      </a:cubicBezTo>
                      <a:cubicBezTo>
                        <a:pt x="3814" y="17036"/>
                        <a:pt x="0" y="13223"/>
                        <a:pt x="0" y="8518"/>
                      </a:cubicBezTo>
                      <a:cubicBezTo>
                        <a:pt x="0" y="3814"/>
                        <a:pt x="3814" y="0"/>
                        <a:pt x="8518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2700">
                  <a:miter lim="400000"/>
                </a:ln>
              </p:spPr>
              <p:txBody>
                <a:bodyPr wrap="square" lIns="0" tIns="0" rIns="0" bIns="0" anchor="ctr">
                  <a:no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3000">
                      <a:solidFill>
                        <a:srgbClr val="FFFFFF"/>
                      </a:solidFill>
                      <a:effectLst>
                        <a:outerShdw blurRad="38100" dist="12700" dir="5400000" rotWithShape="0">
                          <a:srgbClr val="000000">
                            <a:alpha val="50000"/>
                          </a:srgbClr>
                        </a:outerShdw>
                      </a:effectLst>
                    </a:defRPr>
                  </a:pPr>
                  <a:endParaRPr kumimoji="0" sz="30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  <a:uLnTx/>
                    <a:uFillTx/>
                    <a:latin typeface="Montserrat"/>
                    <a:ea typeface="+mn-ea"/>
                    <a:cs typeface="+mn-cs"/>
                  </a:endParaRPr>
                </a:p>
              </p:txBody>
            </p:sp>
            <p:sp>
              <p:nvSpPr>
                <p:cNvPr id="46" name="Shape 47"/>
                <p:cNvSpPr/>
                <p:nvPr/>
              </p:nvSpPr>
              <p:spPr>
                <a:xfrm>
                  <a:off x="4084193" y="5946729"/>
                  <a:ext cx="538764" cy="6254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4489"/>
                      </a:moveTo>
                      <a:lnTo>
                        <a:pt x="21600" y="1417"/>
                      </a:lnTo>
                      <a:cubicBezTo>
                        <a:pt x="21600" y="636"/>
                        <a:pt x="20862" y="0"/>
                        <a:pt x="19955" y="0"/>
                      </a:cubicBezTo>
                      <a:lnTo>
                        <a:pt x="1924" y="0"/>
                      </a:lnTo>
                      <a:cubicBezTo>
                        <a:pt x="1017" y="0"/>
                        <a:pt x="280" y="636"/>
                        <a:pt x="280" y="1417"/>
                      </a:cubicBezTo>
                      <a:lnTo>
                        <a:pt x="280" y="5066"/>
                      </a:lnTo>
                      <a:lnTo>
                        <a:pt x="263" y="5193"/>
                      </a:lnTo>
                      <a:lnTo>
                        <a:pt x="116" y="5193"/>
                      </a:lnTo>
                      <a:cubicBezTo>
                        <a:pt x="69" y="5193"/>
                        <a:pt x="0" y="5267"/>
                        <a:pt x="0" y="5383"/>
                      </a:cubicBezTo>
                      <a:lnTo>
                        <a:pt x="0" y="6587"/>
                      </a:lnTo>
                      <a:cubicBezTo>
                        <a:pt x="0" y="6703"/>
                        <a:pt x="69" y="6777"/>
                        <a:pt x="132" y="6777"/>
                      </a:cubicBezTo>
                      <a:lnTo>
                        <a:pt x="280" y="6777"/>
                      </a:lnTo>
                      <a:lnTo>
                        <a:pt x="280" y="7331"/>
                      </a:lnTo>
                      <a:lnTo>
                        <a:pt x="263" y="7458"/>
                      </a:lnTo>
                      <a:lnTo>
                        <a:pt x="116" y="7458"/>
                      </a:lnTo>
                      <a:cubicBezTo>
                        <a:pt x="69" y="7458"/>
                        <a:pt x="0" y="7532"/>
                        <a:pt x="0" y="7648"/>
                      </a:cubicBezTo>
                      <a:lnTo>
                        <a:pt x="0" y="8851"/>
                      </a:lnTo>
                      <a:cubicBezTo>
                        <a:pt x="0" y="8968"/>
                        <a:pt x="69" y="9042"/>
                        <a:pt x="132" y="9042"/>
                      </a:cubicBezTo>
                      <a:lnTo>
                        <a:pt x="280" y="9042"/>
                      </a:lnTo>
                      <a:lnTo>
                        <a:pt x="280" y="21600"/>
                      </a:lnTo>
                      <a:cubicBezTo>
                        <a:pt x="11161" y="20810"/>
                        <a:pt x="19941" y="13666"/>
                        <a:pt x="21600" y="4489"/>
                      </a:cubicBezTo>
                      <a:close/>
                    </a:path>
                  </a:pathLst>
                </a:custGeom>
                <a:solidFill>
                  <a:srgbClr val="FEFEFE">
                    <a:alpha val="30000"/>
                  </a:srgbClr>
                </a:solidFill>
                <a:ln w="12700">
                  <a:miter lim="400000"/>
                </a:ln>
              </p:spPr>
              <p:txBody>
                <a:bodyPr lIns="0" tIns="0" rIns="0" bIns="0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3000">
                      <a:solidFill>
                        <a:srgbClr val="FFFFFF"/>
                      </a:solidFill>
                      <a:effectLst>
                        <a:outerShdw blurRad="38100" dist="12700" dir="5400000" rotWithShape="0">
                          <a:srgbClr val="000000">
                            <a:alpha val="50000"/>
                          </a:srgbClr>
                        </a:outerShdw>
                      </a:effectLst>
                    </a:defRPr>
                  </a:pPr>
                  <a:endParaRPr kumimoji="0" sz="30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>
                      <a:outerShdw blurRad="38100" dist="12700" dir="5400000" rotWithShape="0">
                        <a:srgbClr val="000000">
                          <a:alpha val="50000"/>
                        </a:srgbClr>
                      </a:outerShdw>
                    </a:effectLst>
                    <a:uLnTx/>
                    <a:uFillTx/>
                    <a:latin typeface="Montserrat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80" name="Oval 79"/>
              <p:cNvSpPr/>
              <p:nvPr/>
            </p:nvSpPr>
            <p:spPr>
              <a:xfrm>
                <a:off x="6534364" y="6071504"/>
                <a:ext cx="174993" cy="174993"/>
              </a:xfrm>
              <a:prstGeom prst="ellipse">
                <a:avLst/>
              </a:prstGeom>
              <a:solidFill>
                <a:srgbClr val="FEFEFE">
                  <a:alpha val="2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/>
                  <a:ea typeface="+mn-ea"/>
                  <a:cs typeface="+mn-cs"/>
                </a:endParaRPr>
              </a:p>
            </p:txBody>
          </p:sp>
        </p:grpSp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CA23E284-E885-4C78-81E5-AE84D378710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940" t="26035" r="6699" b="19152"/>
            <a:stretch/>
          </p:blipFill>
          <p:spPr>
            <a:xfrm>
              <a:off x="9063142" y="2345057"/>
              <a:ext cx="1495177" cy="795600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7D67761A-CF13-4E84-9F36-5DAF14726F4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-1156" r="-1" b="17857"/>
            <a:stretch/>
          </p:blipFill>
          <p:spPr>
            <a:xfrm>
              <a:off x="6480828" y="4285444"/>
              <a:ext cx="701795" cy="999440"/>
            </a:xfrm>
            <a:prstGeom prst="rect">
              <a:avLst/>
            </a:prstGeom>
          </p:spPr>
        </p:pic>
        <p:sp>
          <p:nvSpPr>
            <p:cNvPr id="142" name="Bent Arrow 174">
              <a:extLst>
                <a:ext uri="{FF2B5EF4-FFF2-40B4-BE49-F238E27FC236}">
                  <a16:creationId xmlns:a16="http://schemas.microsoft.com/office/drawing/2014/main" id="{C3BB900E-DC18-4077-8338-D5EDA1607093}"/>
                </a:ext>
              </a:extLst>
            </p:cNvPr>
            <p:cNvSpPr/>
            <p:nvPr/>
          </p:nvSpPr>
          <p:spPr>
            <a:xfrm>
              <a:off x="8155464" y="2684863"/>
              <a:ext cx="906029" cy="551357"/>
            </a:xfrm>
            <a:prstGeom prst="bentArrow">
              <a:avLst>
                <a:gd name="adj1" fmla="val 3572"/>
                <a:gd name="adj2" fmla="val 9821"/>
                <a:gd name="adj3" fmla="val 17858"/>
                <a:gd name="adj4" fmla="val 33036"/>
              </a:avLst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5" name="Bent Arrow 174">
              <a:extLst>
                <a:ext uri="{FF2B5EF4-FFF2-40B4-BE49-F238E27FC236}">
                  <a16:creationId xmlns:a16="http://schemas.microsoft.com/office/drawing/2014/main" id="{DDBF6BF3-96D0-4EAD-B595-0838522DC25D}"/>
                </a:ext>
              </a:extLst>
            </p:cNvPr>
            <p:cNvSpPr/>
            <p:nvPr/>
          </p:nvSpPr>
          <p:spPr>
            <a:xfrm rot="16200000">
              <a:off x="3056936" y="2423509"/>
              <a:ext cx="537943" cy="1522024"/>
            </a:xfrm>
            <a:prstGeom prst="bentArrow">
              <a:avLst>
                <a:gd name="adj1" fmla="val 3572"/>
                <a:gd name="adj2" fmla="val 9821"/>
                <a:gd name="adj3" fmla="val 17858"/>
                <a:gd name="adj4" fmla="val 33036"/>
              </a:avLst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6" name="Bent Arrow 174">
              <a:extLst>
                <a:ext uri="{FF2B5EF4-FFF2-40B4-BE49-F238E27FC236}">
                  <a16:creationId xmlns:a16="http://schemas.microsoft.com/office/drawing/2014/main" id="{AB0C6DF5-F4D2-4A52-A841-4F6AB22D73C9}"/>
                </a:ext>
              </a:extLst>
            </p:cNvPr>
            <p:cNvSpPr/>
            <p:nvPr/>
          </p:nvSpPr>
          <p:spPr>
            <a:xfrm>
              <a:off x="5468142" y="876300"/>
              <a:ext cx="438601" cy="1203763"/>
            </a:xfrm>
            <a:prstGeom prst="bentArrow">
              <a:avLst>
                <a:gd name="adj1" fmla="val 3572"/>
                <a:gd name="adj2" fmla="val 9821"/>
                <a:gd name="adj3" fmla="val 17858"/>
                <a:gd name="adj4" fmla="val 33036"/>
              </a:avLst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827366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E9D6244-B7B7-4903-912C-F41D81EFDD7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id-ID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EA9900-37F3-4460-A75D-ED78D4891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2968" y="523530"/>
            <a:ext cx="8846063" cy="5023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043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Digit - Multi 1 - Bright">
  <a:themeElements>
    <a:clrScheme name="Digit - Multi 1">
      <a:dk1>
        <a:srgbClr val="000000"/>
      </a:dk1>
      <a:lt1>
        <a:srgbClr val="FFFFFF"/>
      </a:lt1>
      <a:dk2>
        <a:srgbClr val="6491C8"/>
      </a:dk2>
      <a:lt2>
        <a:srgbClr val="7D8287"/>
      </a:lt2>
      <a:accent1>
        <a:srgbClr val="14B4EB"/>
      </a:accent1>
      <a:accent2>
        <a:srgbClr val="3CBEB4"/>
      </a:accent2>
      <a:accent3>
        <a:srgbClr val="96C83C"/>
      </a:accent3>
      <a:accent4>
        <a:srgbClr val="FFAF28"/>
      </a:accent4>
      <a:accent5>
        <a:srgbClr val="FA4655"/>
      </a:accent5>
      <a:accent6>
        <a:srgbClr val="A596D2"/>
      </a:accent6>
      <a:hlink>
        <a:srgbClr val="0563C1"/>
      </a:hlink>
      <a:folHlink>
        <a:srgbClr val="954F72"/>
      </a:folHlink>
    </a:clrScheme>
    <a:fontScheme name="Montserrat - Digit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git - Multi 1 - Bright" id="{1EED83A8-EBEE-4595-BF05-49EE0B6BAEB2}" vid="{B438FD33-41AA-434C-8FF8-841AA7F524D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1428</TotalTime>
  <Words>25</Words>
  <Application>Microsoft Office PowerPoint</Application>
  <PresentationFormat>Widescreen</PresentationFormat>
  <Paragraphs>17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13" baseType="lpstr">
      <vt:lpstr>Arial</vt:lpstr>
      <vt:lpstr>Bahnschrift Light SemiCondensed</vt:lpstr>
      <vt:lpstr>Book Antiqua</vt:lpstr>
      <vt:lpstr>Calibri</vt:lpstr>
      <vt:lpstr>Calibri Light</vt:lpstr>
      <vt:lpstr>Montserrat</vt:lpstr>
      <vt:lpstr>Montserrat Light</vt:lpstr>
      <vt:lpstr>Office Theme</vt:lpstr>
      <vt:lpstr>Digit - Multi 1 - Bright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Malkus Willybrodus Se</dc:creator>
  <cp:lastModifiedBy>Malkus Willybrodus Se</cp:lastModifiedBy>
  <cp:revision>16</cp:revision>
  <dcterms:created xsi:type="dcterms:W3CDTF">2024-08-21T07:03:13Z</dcterms:created>
  <dcterms:modified xsi:type="dcterms:W3CDTF">2024-08-22T08:16:30Z</dcterms:modified>
</cp:coreProperties>
</file>